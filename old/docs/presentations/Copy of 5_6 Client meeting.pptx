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9" Type="http://schemas.openxmlformats.org/officeDocument/2006/relationships/font" Target="fonts/Nuni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1ee7522e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1ee7522e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3576225" y="44329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 van Oorschot, Timo Lambregts, Gjalt van der Meer, Luc Enderman, Floris Boers,</a:t>
            </a:r>
            <a:br>
              <a:rPr lang="en"/>
            </a:br>
            <a:r>
              <a:rPr lang="en"/>
              <a:t>Silvester Rademakers &amp; Ilias Takassa</a:t>
            </a:r>
            <a:endParaRPr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1799400" y="775670"/>
            <a:ext cx="55452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Little Endian 2.0 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