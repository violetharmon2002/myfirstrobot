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dedeb804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dedeb804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df2e368f45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df2e368f45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dedeb8045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dedeb8045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dedeb8045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dedeb8045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Jayden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f2e368f45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df2e368f45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dedeb80455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dedeb80455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</a:t>
            </a:r>
            <a:r>
              <a:rPr lang="nl"/>
              <a:t>lient</a:t>
            </a:r>
            <a:r>
              <a:rPr lang="nl"/>
              <a:t> meeting 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Gjalt van der Meer, Ilias takassa, Jayden van Oorschot, Luc Enderman, Silvester Rademakers, Floris Boers &amp; Timo Lambregts</a:t>
            </a:r>
            <a:endParaRPr/>
          </a:p>
        </p:txBody>
      </p:sp>
      <p:sp>
        <p:nvSpPr>
          <p:cNvPr id="130" name="Google Shape;130;p1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3774300" y="4077975"/>
            <a:ext cx="15954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22-05-2024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Inleiding</a:t>
            </a:r>
            <a:endParaRPr/>
          </a:p>
        </p:txBody>
      </p:sp>
      <p:sp>
        <p:nvSpPr>
          <p:cNvPr id="137" name="Google Shape;137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Gekozen robot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Planning voor sprint 2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Epics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Userstories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Planning Scrum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Robot Dog - Little Endian 2.0</a:t>
            </a:r>
            <a:endParaRPr sz="500"/>
          </a:p>
        </p:txBody>
      </p:sp>
      <p:sp>
        <p:nvSpPr>
          <p:cNvPr id="144" name="Google Shape;144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Gekozen voor de robot hond.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Grootste en makkelijkste wow factor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Al veel voortgang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Ontwerp heeft ruimte voor verbetering</a:t>
            </a:r>
            <a:endParaRPr/>
          </a:p>
        </p:txBody>
      </p:sp>
      <p:sp>
        <p:nvSpPr>
          <p:cNvPr id="145" name="Google Shape;145;p1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Planning sprint 2</a:t>
            </a:r>
            <a:endParaRPr/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819150" y="1990725"/>
            <a:ext cx="3446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De basis functionaliteiten  van de hond uitwerken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Basis functionaliteit website maken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Eventuele animaties voor de hond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Draadloze communicatie</a:t>
            </a:r>
            <a:endParaRPr/>
          </a:p>
        </p:txBody>
      </p:sp>
      <p:sp>
        <p:nvSpPr>
          <p:cNvPr id="152" name="Google Shape;152;p1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9179" y="1540175"/>
            <a:ext cx="4573901" cy="2898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819150" y="7500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Epics 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Gebaseerd op (functional) requirements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Allemaal vanuit user</a:t>
            </a:r>
            <a:endParaRPr/>
          </a:p>
        </p:txBody>
      </p:sp>
      <p:sp>
        <p:nvSpPr>
          <p:cNvPr id="160" name="Google Shape;160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161" name="Google Shape;16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3852" y="395850"/>
            <a:ext cx="1940775" cy="399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2196" y="352775"/>
            <a:ext cx="2392681" cy="399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title"/>
          </p:nvPr>
        </p:nvSpPr>
        <p:spPr>
          <a:xfrm>
            <a:off x="700775" y="7703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Voorbeeld user story met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epic</a:t>
            </a:r>
            <a:endParaRPr/>
          </a:p>
        </p:txBody>
      </p:sp>
      <p:sp>
        <p:nvSpPr>
          <p:cNvPr id="168" name="Google Shape;168;p1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169" name="Google Shape;16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375" y="1771900"/>
            <a:ext cx="3633676" cy="133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0575" y="198650"/>
            <a:ext cx="3093752" cy="473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Planning / aanpak scrum</a:t>
            </a:r>
            <a:endParaRPr/>
          </a:p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Nieuwe scrum master en product owner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Dagelijkse stand-up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Betere epics en kleinere user stories</a:t>
            </a:r>
            <a:endParaRPr/>
          </a:p>
        </p:txBody>
      </p:sp>
      <p:sp>
        <p:nvSpPr>
          <p:cNvPr id="177" name="Google Shape;177;p1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