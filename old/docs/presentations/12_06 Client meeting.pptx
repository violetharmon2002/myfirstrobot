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Nuni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22" Type="http://schemas.openxmlformats.org/officeDocument/2006/relationships/font" Target="fonts/Nunito-bold.fntdata"/><Relationship Id="rId10" Type="http://schemas.openxmlformats.org/officeDocument/2006/relationships/slide" Target="slides/slide4.xml"/><Relationship Id="rId21" Type="http://schemas.openxmlformats.org/officeDocument/2006/relationships/font" Target="fonts/Nunito-regular.fntdata"/><Relationship Id="rId13" Type="http://schemas.openxmlformats.org/officeDocument/2006/relationships/slide" Target="slides/slide7.xml"/><Relationship Id="rId24" Type="http://schemas.openxmlformats.org/officeDocument/2006/relationships/font" Target="fonts/Nunito-boldItalic.fntdata"/><Relationship Id="rId12" Type="http://schemas.openxmlformats.org/officeDocument/2006/relationships/slide" Target="slides/slide6.xml"/><Relationship Id="rId23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Robo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33b91ddd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e33b91ddd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Jayden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33b91ddd5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e33b91ddd5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Jayden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e33cc3100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e33cc3100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Silvester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e53069f0f3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e53069f0f3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Timo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e33cc3100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e33cc3100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Floris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e33cc3100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e33cc3100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lias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e33cc3100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e33cc3100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Gjalt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e53069f0f3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e53069f0f3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e33b91ddd5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e33b91ddd5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Gjalt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e33b91ddd5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e33b91ddd5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Gjalt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" name="Google Shape;59;p14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60" name="Google Shape;60;p14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" name="Google Shape;63;p14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64" name="Google Shape;64;p14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68" name="Google Shape;68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72" name="Google Shape;72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76" name="Google Shape;76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14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15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85" name="Google Shape;85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15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89" name="Google Shape;89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p15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-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0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" name="Google Shape;125;p20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126" name="Google Shape;126;p20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0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0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2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p20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131" name="Google Shape;131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" name="Google Shape;134;p20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135" name="Google Shape;135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20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5" name="Google Shape;145;p21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21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" name="Google Shape;156;p23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57" name="Google Shape;157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" name="Google Shape;160;p2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61" name="Google Shape;161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23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6" name="Google Shape;166;p2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jpg"/><Relationship Id="rId4" Type="http://schemas.openxmlformats.org/officeDocument/2006/relationships/image" Target="../media/image12.jpg"/><Relationship Id="rId5" Type="http://schemas.openxmlformats.org/officeDocument/2006/relationships/image" Target="../media/image2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ctrTitle"/>
          </p:nvPr>
        </p:nvSpPr>
        <p:spPr>
          <a:xfrm>
            <a:off x="1891353" y="1847708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Little Endian 2.0</a:t>
            </a:r>
            <a:endParaRPr/>
          </a:p>
        </p:txBody>
      </p:sp>
      <p:sp>
        <p:nvSpPr>
          <p:cNvPr id="174" name="Google Shape;174;p25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F7B51"/>
                </a:solidFill>
              </a:rPr>
              <a:t>Floris Boers, timo Lamberts, Gjalt van der Meer, </a:t>
            </a:r>
            <a:endParaRPr>
              <a:solidFill>
                <a:srgbClr val="AF7B5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F7B51"/>
                </a:solidFill>
              </a:rPr>
              <a:t>Jayden van Oorschot, Silvester Rademakers, Ilias Takassa</a:t>
            </a:r>
            <a:endParaRPr>
              <a:solidFill>
                <a:srgbClr val="AF7B51"/>
              </a:solidFill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3509100" y="4169975"/>
            <a:ext cx="21258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12-06</a:t>
            </a:r>
            <a:r>
              <a:rPr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-2024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6" name="Google Shape;176;p2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Inhoudsopgave</a:t>
            </a:r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n">
                <a:solidFill>
                  <a:schemeClr val="lt1"/>
                </a:solidFill>
              </a:rPr>
              <a:t>Epics, Sub - Epics en </a:t>
            </a:r>
            <a:r>
              <a:rPr lang="en">
                <a:solidFill>
                  <a:schemeClr val="lt1"/>
                </a:solidFill>
              </a:rPr>
              <a:t>User Stories</a:t>
            </a:r>
            <a:endParaRPr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en">
                <a:solidFill>
                  <a:schemeClr val="lt1"/>
                </a:solidFill>
              </a:rPr>
              <a:t>Assembly</a:t>
            </a:r>
            <a:endParaRPr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en">
                <a:solidFill>
                  <a:schemeClr val="lt1"/>
                </a:solidFill>
              </a:rPr>
              <a:t>Hoofd</a:t>
            </a:r>
            <a:endParaRPr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en">
                <a:solidFill>
                  <a:schemeClr val="lt1"/>
                </a:solidFill>
              </a:rPr>
              <a:t>Code blocks</a:t>
            </a:r>
            <a:endParaRPr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en">
                <a:solidFill>
                  <a:schemeClr val="lt1"/>
                </a:solidFill>
              </a:rPr>
              <a:t>Communication</a:t>
            </a:r>
            <a:endParaRPr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en">
                <a:solidFill>
                  <a:schemeClr val="lt1"/>
                </a:solidFill>
              </a:rPr>
              <a:t>Buttons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n">
                <a:solidFill>
                  <a:schemeClr val="lt1"/>
                </a:solidFill>
              </a:rPr>
              <a:t>Vragen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3" name="Google Shape;183;p2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572475" y="456275"/>
            <a:ext cx="48855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Epics: Assembly</a:t>
            </a:r>
            <a:endParaRPr/>
          </a:p>
        </p:txBody>
      </p:sp>
      <p:sp>
        <p:nvSpPr>
          <p:cNvPr id="190" name="Google Shape;190;p2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1" name="Google Shape;19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30225"/>
            <a:ext cx="2813700" cy="106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0275" y="1530225"/>
            <a:ext cx="2708725" cy="323225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7"/>
          <p:cNvSpPr txBox="1"/>
          <p:nvPr/>
        </p:nvSpPr>
        <p:spPr>
          <a:xfrm>
            <a:off x="381000" y="1145325"/>
            <a:ext cx="28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Epic: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3430275" y="1145325"/>
            <a:ext cx="4256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Sub-epic: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4575" y="1530225"/>
            <a:ext cx="2537600" cy="94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74575" y="2540900"/>
            <a:ext cx="2537600" cy="928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74575" y="3540994"/>
            <a:ext cx="2537600" cy="99513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7"/>
          <p:cNvSpPr txBox="1"/>
          <p:nvPr/>
        </p:nvSpPr>
        <p:spPr>
          <a:xfrm>
            <a:off x="6374575" y="1145325"/>
            <a:ext cx="2579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User stories: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>
            <p:ph type="title"/>
          </p:nvPr>
        </p:nvSpPr>
        <p:spPr>
          <a:xfrm>
            <a:off x="-1383021" y="-581929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Epic: Hoofd</a:t>
            </a:r>
            <a:endParaRPr/>
          </a:p>
        </p:txBody>
      </p:sp>
      <p:sp>
        <p:nvSpPr>
          <p:cNvPr id="204" name="Google Shape;204;p2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28"/>
          <p:cNvSpPr txBox="1"/>
          <p:nvPr/>
        </p:nvSpPr>
        <p:spPr>
          <a:xfrm>
            <a:off x="701375" y="1235775"/>
            <a:ext cx="74346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Epic:						Sub epic:					User stories: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775" y="1662125"/>
            <a:ext cx="2586499" cy="9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5475" y="1662125"/>
            <a:ext cx="2541150" cy="198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5125" y="1662125"/>
            <a:ext cx="2509308" cy="278315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8"/>
          <p:cNvSpPr txBox="1"/>
          <p:nvPr/>
        </p:nvSpPr>
        <p:spPr>
          <a:xfrm>
            <a:off x="647950" y="3874325"/>
            <a:ext cx="32730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Matrix(€4) of oled(€7)?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572475" y="467050"/>
            <a:ext cx="48855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Epic: Code Blocks </a:t>
            </a:r>
            <a:endParaRPr/>
          </a:p>
        </p:txBody>
      </p:sp>
      <p:sp>
        <p:nvSpPr>
          <p:cNvPr id="215" name="Google Shape;215;p29"/>
          <p:cNvSpPr txBox="1"/>
          <p:nvPr/>
        </p:nvSpPr>
        <p:spPr>
          <a:xfrm>
            <a:off x="744625" y="1155675"/>
            <a:ext cx="50466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7" name="Google Shape;21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322" y="1438675"/>
            <a:ext cx="2118925" cy="8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5625" y="1438675"/>
            <a:ext cx="2520100" cy="182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75050" y="1438675"/>
            <a:ext cx="1759826" cy="74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501" y="2032250"/>
            <a:ext cx="4938373" cy="3071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9"/>
          <p:cNvSpPr txBox="1"/>
          <p:nvPr/>
        </p:nvSpPr>
        <p:spPr>
          <a:xfrm>
            <a:off x="744625" y="1146475"/>
            <a:ext cx="1888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Epic: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9"/>
          <p:cNvSpPr txBox="1"/>
          <p:nvPr/>
        </p:nvSpPr>
        <p:spPr>
          <a:xfrm>
            <a:off x="4056025" y="1100125"/>
            <a:ext cx="15867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Sub - epic: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9"/>
          <p:cNvSpPr txBox="1"/>
          <p:nvPr/>
        </p:nvSpPr>
        <p:spPr>
          <a:xfrm>
            <a:off x="6345625" y="1100125"/>
            <a:ext cx="2593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User stories: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>
            <p:ph type="title"/>
          </p:nvPr>
        </p:nvSpPr>
        <p:spPr>
          <a:xfrm>
            <a:off x="572475" y="477800"/>
            <a:ext cx="48855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Epic: Communication</a:t>
            </a:r>
            <a:endParaRPr/>
          </a:p>
        </p:txBody>
      </p:sp>
      <p:sp>
        <p:nvSpPr>
          <p:cNvPr id="229" name="Google Shape;229;p30"/>
          <p:cNvSpPr txBox="1"/>
          <p:nvPr/>
        </p:nvSpPr>
        <p:spPr>
          <a:xfrm>
            <a:off x="744625" y="1155675"/>
            <a:ext cx="50466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1" name="Google Shape;23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475" y="1539399"/>
            <a:ext cx="2691299" cy="1103907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0"/>
          <p:cNvSpPr txBox="1"/>
          <p:nvPr/>
        </p:nvSpPr>
        <p:spPr>
          <a:xfrm>
            <a:off x="3133625" y="2677675"/>
            <a:ext cx="6084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3332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3" name="Google Shape;23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9800" y="1539400"/>
            <a:ext cx="2302424" cy="110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0"/>
          <p:cNvSpPr txBox="1"/>
          <p:nvPr/>
        </p:nvSpPr>
        <p:spPr>
          <a:xfrm>
            <a:off x="573275" y="1189250"/>
            <a:ext cx="2691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Epic: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3349800" y="1205025"/>
            <a:ext cx="2928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Sub - Epic: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0"/>
          <p:cNvSpPr txBox="1"/>
          <p:nvPr/>
        </p:nvSpPr>
        <p:spPr>
          <a:xfrm>
            <a:off x="5988300" y="1193600"/>
            <a:ext cx="3155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User stories: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8300" y="1528748"/>
            <a:ext cx="2492224" cy="283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title"/>
          </p:nvPr>
        </p:nvSpPr>
        <p:spPr>
          <a:xfrm>
            <a:off x="572475" y="488550"/>
            <a:ext cx="48855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Epic: Buttons</a:t>
            </a:r>
            <a:endParaRPr/>
          </a:p>
        </p:txBody>
      </p:sp>
      <p:sp>
        <p:nvSpPr>
          <p:cNvPr id="243" name="Google Shape;243;p31"/>
          <p:cNvSpPr txBox="1"/>
          <p:nvPr/>
        </p:nvSpPr>
        <p:spPr>
          <a:xfrm>
            <a:off x="744625" y="1155675"/>
            <a:ext cx="50466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5" name="Google Shape;24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500" y="1531025"/>
            <a:ext cx="2154075" cy="87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3575" y="1531030"/>
            <a:ext cx="2154075" cy="1847196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1"/>
          <p:cNvSpPr txBox="1"/>
          <p:nvPr/>
        </p:nvSpPr>
        <p:spPr>
          <a:xfrm>
            <a:off x="795400" y="1240525"/>
            <a:ext cx="21540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Epic: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1"/>
          <p:cNvSpPr txBox="1"/>
          <p:nvPr/>
        </p:nvSpPr>
        <p:spPr>
          <a:xfrm>
            <a:off x="3153613" y="1231050"/>
            <a:ext cx="2154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Sub - epic: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9300" y="1531025"/>
            <a:ext cx="2331425" cy="99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48571" y="2641525"/>
            <a:ext cx="2352890" cy="99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59300" y="3706488"/>
            <a:ext cx="2331425" cy="99828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1"/>
          <p:cNvSpPr txBox="1"/>
          <p:nvPr/>
        </p:nvSpPr>
        <p:spPr>
          <a:xfrm>
            <a:off x="6059363" y="1231050"/>
            <a:ext cx="23313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User stories: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>
            <p:ph type="title"/>
          </p:nvPr>
        </p:nvSpPr>
        <p:spPr>
          <a:xfrm>
            <a:off x="-264621" y="-437329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3: Planning</a:t>
            </a:r>
            <a:endParaRPr/>
          </a:p>
        </p:txBody>
      </p:sp>
      <p:sp>
        <p:nvSpPr>
          <p:cNvPr id="258" name="Google Shape;258;p3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9" name="Google Shape;25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8600" y="1361721"/>
            <a:ext cx="4014419" cy="273682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2"/>
          <p:cNvSpPr txBox="1"/>
          <p:nvPr/>
        </p:nvSpPr>
        <p:spPr>
          <a:xfrm>
            <a:off x="1337025" y="1584750"/>
            <a:ext cx="2404500" cy="24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Nieuwe rollen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00750"/>
            <a:ext cx="8787026" cy="479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3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68" name="Google Shape;268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269" name="Google Shape;269;p33"/>
          <p:cNvPicPr preferRelativeResize="0"/>
          <p:nvPr/>
        </p:nvPicPr>
        <p:blipFill rotWithShape="1">
          <a:blip r:embed="rId4">
            <a:alphaModFix/>
          </a:blip>
          <a:srcRect b="-130365" l="30489" r="-7135" t="178591"/>
          <a:stretch/>
        </p:blipFill>
        <p:spPr>
          <a:xfrm>
            <a:off x="5982650" y="4193899"/>
            <a:ext cx="2956773" cy="743373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3"/>
          <p:cNvSpPr txBox="1"/>
          <p:nvPr>
            <p:ph type="title"/>
          </p:nvPr>
        </p:nvSpPr>
        <p:spPr>
          <a:xfrm>
            <a:off x="819150" y="1355075"/>
            <a:ext cx="7505700" cy="954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Bedankt voor het luisteren</a:t>
            </a:r>
            <a:br>
              <a:rPr lang="en"/>
            </a:br>
            <a:r>
              <a:rPr lang="en"/>
              <a:t> </a:t>
            </a:r>
            <a:endParaRPr/>
          </a:p>
        </p:txBody>
      </p:sp>
      <p:pic>
        <p:nvPicPr>
          <p:cNvPr id="271" name="Google Shape;271;p33"/>
          <p:cNvPicPr preferRelativeResize="0"/>
          <p:nvPr/>
        </p:nvPicPr>
        <p:blipFill rotWithShape="1">
          <a:blip r:embed="rId5">
            <a:alphaModFix/>
          </a:blip>
          <a:srcRect b="0" l="0" r="0" t="12480"/>
          <a:stretch/>
        </p:blipFill>
        <p:spPr>
          <a:xfrm>
            <a:off x="152400" y="200750"/>
            <a:ext cx="2065300" cy="321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Vragen?</a:t>
            </a:r>
            <a:endParaRPr/>
          </a:p>
        </p:txBody>
      </p:sp>
      <p:sp>
        <p:nvSpPr>
          <p:cNvPr id="277" name="Google Shape;277;p3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User blog:MrFlamerBoy/Dancing Question Mark. | Battle for ..." id="278" name="Google Shape;27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4775" y="477250"/>
            <a:ext cx="3212000" cy="396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0" name="Google Shape;280;p3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