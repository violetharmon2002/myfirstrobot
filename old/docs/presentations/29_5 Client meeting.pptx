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Nuni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.fntdata"/><Relationship Id="rId11" Type="http://schemas.openxmlformats.org/officeDocument/2006/relationships/slide" Target="slides/slide6.xml"/><Relationship Id="rId22" Type="http://schemas.openxmlformats.org/officeDocument/2006/relationships/font" Target="fonts/Nunito-boldItalic.fntdata"/><Relationship Id="rId10" Type="http://schemas.openxmlformats.org/officeDocument/2006/relationships/slide" Target="slides/slide5.xml"/><Relationship Id="rId21" Type="http://schemas.openxmlformats.org/officeDocument/2006/relationships/font" Target="fonts/Nuni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Silvester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dc8dfea9e0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dc8dfea9e0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Silvester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e106896310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e106896310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e0c833f46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e0c833f4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Jayden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e106896310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e106896310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e106896310_2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e106896310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e0c833f46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e0c833f46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e106896310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e106896310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e106896310_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e106896310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e106896310_3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e106896310_3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e0c833f46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e0c833f46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e106896310_5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e106896310_5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e106896310_5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e106896310_5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10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5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hyperlink" Target="http://drive.google.com/file/d/1xQMgb5djel_jYV4qQr_k76QTMeBgYmvN/view" TargetMode="External"/><Relationship Id="rId5" Type="http://schemas.openxmlformats.org/officeDocument/2006/relationships/image" Target="../media/image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Client meeting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/>
              <a:t>Team Little Endian</a:t>
            </a:r>
            <a:br>
              <a:rPr lang="nl"/>
            </a:br>
            <a:r>
              <a:rPr lang="nl"/>
              <a:t>Jayden van Oorschot, Timo Lambregts, Gjalt van der Meer, Luc Enderman, Floris Boers,</a:t>
            </a:r>
            <a:br>
              <a:rPr lang="nl"/>
            </a:br>
            <a:r>
              <a:rPr lang="nl"/>
              <a:t>Silvester Rademakers &amp; Ilias Takassa</a:t>
            </a:r>
            <a:endParaRPr/>
          </a:p>
        </p:txBody>
      </p:sp>
      <p:sp>
        <p:nvSpPr>
          <p:cNvPr id="130" name="Google Shape;130;p1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Inhoudsopgave</a:t>
            </a:r>
            <a:endParaRPr/>
          </a:p>
        </p:txBody>
      </p:sp>
      <p:sp>
        <p:nvSpPr>
          <p:cNvPr id="136" name="Google Shape;136;p1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Planning												3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Updated requirements										4 - 5 - 6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Updated epics											7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Progress website											8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Progress communicatie										9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Progress Robot dog											10 - 11</a:t>
            </a:r>
            <a:endParaRPr/>
          </a:p>
        </p:txBody>
      </p:sp>
      <p:sp>
        <p:nvSpPr>
          <p:cNvPr id="137" name="Google Shape;137;p1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Planning</a:t>
            </a:r>
            <a:endParaRPr/>
          </a:p>
        </p:txBody>
      </p:sp>
      <p:sp>
        <p:nvSpPr>
          <p:cNvPr id="143" name="Google Shape;143;p1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Sprint is op de helft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Vorige week weinig user stories gedaan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Veel tijd gebruikt voor scrum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Deze week wel veel user stories gedaan,</a:t>
            </a:r>
            <a:br>
              <a:rPr lang="nl"/>
            </a:br>
            <a:r>
              <a:rPr lang="nl"/>
              <a:t>daar gaan we mee verder</a:t>
            </a:r>
            <a:endParaRPr/>
          </a:p>
        </p:txBody>
      </p:sp>
      <p:sp>
        <p:nvSpPr>
          <p:cNvPr id="144" name="Google Shape;144;p1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pic>
        <p:nvPicPr>
          <p:cNvPr id="145" name="Google Shape;14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7025" y="974864"/>
            <a:ext cx="4936974" cy="319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 txBox="1"/>
          <p:nvPr>
            <p:ph type="title"/>
          </p:nvPr>
        </p:nvSpPr>
        <p:spPr>
          <a:xfrm>
            <a:off x="6667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Updated requirements</a:t>
            </a:r>
            <a:endParaRPr/>
          </a:p>
        </p:txBody>
      </p:sp>
      <p:sp>
        <p:nvSpPr>
          <p:cNvPr id="151" name="Google Shape;151;p16"/>
          <p:cNvSpPr txBox="1"/>
          <p:nvPr>
            <p:ph idx="1" type="body"/>
          </p:nvPr>
        </p:nvSpPr>
        <p:spPr>
          <a:xfrm>
            <a:off x="819150" y="1990725"/>
            <a:ext cx="31908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Nieuwe tabel toegevoegd met robot</a:t>
            </a:r>
            <a:br>
              <a:rPr lang="nl"/>
            </a:br>
            <a:r>
              <a:rPr lang="nl"/>
              <a:t>functionalities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Epics bij requirements gezet</a:t>
            </a:r>
            <a:endParaRPr/>
          </a:p>
        </p:txBody>
      </p:sp>
      <p:sp>
        <p:nvSpPr>
          <p:cNvPr id="152" name="Google Shape;152;p16"/>
          <p:cNvSpPr txBox="1"/>
          <p:nvPr>
            <p:ph idx="12" type="sldNum"/>
          </p:nvPr>
        </p:nvSpPr>
        <p:spPr>
          <a:xfrm>
            <a:off x="8386109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pic>
        <p:nvPicPr>
          <p:cNvPr id="153" name="Google Shape;15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3875" y="1062575"/>
            <a:ext cx="3950126" cy="3018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pic>
        <p:nvPicPr>
          <p:cNvPr id="161" name="Google Shape;16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6349" y="0"/>
            <a:ext cx="673130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8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pic>
        <p:nvPicPr>
          <p:cNvPr id="169" name="Google Shape;16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2858" y="0"/>
            <a:ext cx="629828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Updated epics</a:t>
            </a:r>
            <a:endParaRPr/>
          </a:p>
        </p:txBody>
      </p:sp>
      <p:sp>
        <p:nvSpPr>
          <p:cNvPr id="175" name="Google Shape;175;p19"/>
          <p:cNvSpPr txBox="1"/>
          <p:nvPr>
            <p:ph idx="1" type="body"/>
          </p:nvPr>
        </p:nvSpPr>
        <p:spPr>
          <a:xfrm>
            <a:off x="819150" y="1990725"/>
            <a:ext cx="49863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Alle epics verbeterd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Sub epics toegevoegd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User stories herschreven &amp;</a:t>
            </a:r>
            <a:br>
              <a:rPr lang="nl"/>
            </a:br>
            <a:r>
              <a:rPr lang="nl"/>
              <a:t>nieuwe toegevoegd</a:t>
            </a:r>
            <a:endParaRPr/>
          </a:p>
        </p:txBody>
      </p:sp>
      <p:sp>
        <p:nvSpPr>
          <p:cNvPr id="176" name="Google Shape;176;p1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pic>
        <p:nvPicPr>
          <p:cNvPr id="177" name="Google Shape;17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9275" y="137825"/>
            <a:ext cx="1934750" cy="3198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0651" y="42525"/>
            <a:ext cx="1493304" cy="24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57837" y="2490524"/>
            <a:ext cx="1558925" cy="259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51100" y="42526"/>
            <a:ext cx="1558925" cy="2775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83950" y="2817900"/>
            <a:ext cx="1558925" cy="121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Progress website</a:t>
            </a:r>
            <a:endParaRPr/>
          </a:p>
        </p:txBody>
      </p:sp>
      <p:sp>
        <p:nvSpPr>
          <p:cNvPr id="187" name="Google Shape;187;p20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pic>
        <p:nvPicPr>
          <p:cNvPr id="189" name="Google Shape;1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1425" y="334871"/>
            <a:ext cx="3669950" cy="4473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6600" y="1908275"/>
            <a:ext cx="3621725" cy="135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6600" y="3170972"/>
            <a:ext cx="3320164" cy="135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Progress communicatie</a:t>
            </a:r>
            <a:endParaRPr/>
          </a:p>
        </p:txBody>
      </p:sp>
      <p:sp>
        <p:nvSpPr>
          <p:cNvPr id="197" name="Google Shape;197;p21"/>
          <p:cNvSpPr txBox="1"/>
          <p:nvPr>
            <p:ph idx="1" type="body"/>
          </p:nvPr>
        </p:nvSpPr>
        <p:spPr>
          <a:xfrm>
            <a:off x="819150" y="1800200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Communicatie tussen de front-end and API werkt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Het is mogelijk om verbinding te maken via websocket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Communicatie API en websocket werkt nog niet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pic>
        <p:nvPicPr>
          <p:cNvPr id="199" name="Google Shape;199;p21"/>
          <p:cNvPicPr preferRelativeResize="0"/>
          <p:nvPr/>
        </p:nvPicPr>
        <p:blipFill rotWithShape="1">
          <a:blip r:embed="rId3">
            <a:alphaModFix/>
          </a:blip>
          <a:srcRect b="14945" l="0" r="60660" t="53990"/>
          <a:stretch/>
        </p:blipFill>
        <p:spPr>
          <a:xfrm>
            <a:off x="353372" y="2788625"/>
            <a:ext cx="3658552" cy="150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1"/>
          <p:cNvPicPr preferRelativeResize="0"/>
          <p:nvPr/>
        </p:nvPicPr>
        <p:blipFill rotWithShape="1">
          <a:blip r:embed="rId4">
            <a:alphaModFix/>
          </a:blip>
          <a:srcRect b="0" l="0" r="0" t="11824"/>
          <a:stretch/>
        </p:blipFill>
        <p:spPr>
          <a:xfrm>
            <a:off x="353375" y="4336625"/>
            <a:ext cx="6694224" cy="47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1"/>
          <p:cNvPicPr preferRelativeResize="0"/>
          <p:nvPr/>
        </p:nvPicPr>
        <p:blipFill rotWithShape="1">
          <a:blip r:embed="rId5">
            <a:alphaModFix/>
          </a:blip>
          <a:srcRect b="7935" l="0" r="0" t="0"/>
          <a:stretch/>
        </p:blipFill>
        <p:spPr>
          <a:xfrm>
            <a:off x="5500850" y="713800"/>
            <a:ext cx="3438575" cy="95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Progress Robot dog design</a:t>
            </a:r>
            <a:endParaRPr/>
          </a:p>
        </p:txBody>
      </p:sp>
      <p:sp>
        <p:nvSpPr>
          <p:cNvPr id="207" name="Google Shape;207;p22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pic>
        <p:nvPicPr>
          <p:cNvPr id="209" name="Google Shape;20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" y="1685925"/>
            <a:ext cx="3210050" cy="322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2" title="VID20240524143151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3525" y="1658100"/>
            <a:ext cx="5991049" cy="336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Progress Robot dog movement</a:t>
            </a:r>
            <a:endParaRPr/>
          </a:p>
        </p:txBody>
      </p:sp>
      <p:sp>
        <p:nvSpPr>
          <p:cNvPr id="216" name="Google Shape;216;p23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Liggen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Zitten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Zwaaien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Staan op start positie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Loopt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Draait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  <a:p>
            <a:pPr indent="-241300" lvl="0" marL="457200" rtl="0" algn="l">
              <a:spcBef>
                <a:spcPts val="1200"/>
              </a:spcBef>
              <a:spcAft>
                <a:spcPts val="0"/>
              </a:spcAft>
              <a:buSzPts val="200"/>
              <a:buChar char="●"/>
            </a:pPr>
            <a:r>
              <a:rPr lang="nl" sz="200"/>
              <a:t>maar nog niet heel goed</a:t>
            </a:r>
            <a:endParaRPr sz="200"/>
          </a:p>
        </p:txBody>
      </p:sp>
      <p:sp>
        <p:nvSpPr>
          <p:cNvPr id="217" name="Google Shape;217;p2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pic>
        <p:nvPicPr>
          <p:cNvPr id="218" name="Google Shape;21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6810" y="1517426"/>
            <a:ext cx="5965065" cy="102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1625" y="2728450"/>
            <a:ext cx="5712994" cy="88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52425" y="3661050"/>
            <a:ext cx="2760800" cy="102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91625" y="3631250"/>
            <a:ext cx="2760799" cy="1086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Bedankt?</a:t>
            </a:r>
            <a:endParaRPr/>
          </a:p>
        </p:txBody>
      </p:sp>
      <p:sp>
        <p:nvSpPr>
          <p:cNvPr id="227" name="Google Shape;227;p2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vragen?</a:t>
            </a:r>
            <a:endParaRPr/>
          </a:p>
        </p:txBody>
      </p:sp>
      <p:sp>
        <p:nvSpPr>
          <p:cNvPr id="234" name="Google Shape;234;p2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