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5.xml"/><Relationship Id="rId22" Type="http://schemas.openxmlformats.org/officeDocument/2006/relationships/font" Target="fonts/Nunito-italic.fntdata"/><Relationship Id="rId10" Type="http://schemas.openxmlformats.org/officeDocument/2006/relationships/slide" Target="slides/slide4.xml"/><Relationship Id="rId21" Type="http://schemas.openxmlformats.org/officeDocument/2006/relationships/font" Target="fonts/Nuni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Nunito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33b91ddd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33b91ddd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33b91ddd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33b91ddd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33cc3100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33cc3100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33cc3100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33cc3100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33cc3100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33cc3100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152788c44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152788c44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e33cc3100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e33cc3100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Floris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e33cc3100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e33cc310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ilias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7c947ae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7c947ae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e33cc3100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e33cc3100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e33b91ddd5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e33b91ddd5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33b91ddd5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33b91ddd5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e33b91ddd5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e33b91ddd5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85" name="Google Shape;85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89" name="Google Shape;8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8.jpg"/><Relationship Id="rId5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image" Target="../media/image1.jpg"/><Relationship Id="rId12" Type="http://schemas.openxmlformats.org/officeDocument/2006/relationships/image" Target="../media/image15.png"/><Relationship Id="rId9" Type="http://schemas.openxmlformats.org/officeDocument/2006/relationships/image" Target="../media/image14.png"/><Relationship Id="rId5" Type="http://schemas.openxmlformats.org/officeDocument/2006/relationships/image" Target="../media/image4.jp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ctrTitle"/>
          </p:nvPr>
        </p:nvSpPr>
        <p:spPr>
          <a:xfrm>
            <a:off x="1891353" y="18477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Endian 2.0</a:t>
            </a:r>
            <a:br>
              <a:rPr lang="en"/>
            </a:br>
            <a:r>
              <a:rPr lang="en"/>
              <a:t>Sprint 3 review</a:t>
            </a:r>
            <a:endParaRPr/>
          </a:p>
        </p:txBody>
      </p:sp>
      <p:sp>
        <p:nvSpPr>
          <p:cNvPr id="174" name="Google Shape;174;p25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Floris Boers, Luc Enderman, Timo Lambregts, Gjalt van der Meer, </a:t>
            </a:r>
            <a:endParaRPr>
              <a:solidFill>
                <a:srgbClr val="AF7B5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Jayden van Oorschot, Silvester Rademakers, Ilias Takassa</a:t>
            </a:r>
            <a:endParaRPr>
              <a:solidFill>
                <a:srgbClr val="AF7B51"/>
              </a:solidFill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509100" y="4169975"/>
            <a:ext cx="21258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26-6-2024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Inhoudsopgave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Sprint 3 overview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Epics: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Face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Assembly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Assembly</a:t>
            </a:r>
            <a:r>
              <a:rPr lang="en">
                <a:solidFill>
                  <a:schemeClr val="lt1"/>
                </a:solidFill>
              </a:rPr>
              <a:t>: Battery powered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Code blocks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Communication 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Direct movement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Waar liepen we tegenaan?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Conclusie 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Vragen?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491825" y="4381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Sprint 3 overview</a:t>
            </a:r>
            <a:endParaRPr sz="2400"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712275" y="932425"/>
            <a:ext cx="7505700" cy="30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Epics: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#260</a:t>
            </a:r>
            <a:r>
              <a:rPr lang="en" sz="1400"/>
              <a:t> As a user, I want </a:t>
            </a:r>
            <a:r>
              <a:rPr lang="en" sz="1400"/>
              <a:t>the robot to have a face so it fits the smart home theme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#76 </a:t>
            </a:r>
            <a:r>
              <a:rPr lang="en" sz="1400"/>
              <a:t>As a user, I want the robot to be easy to assemble, so it can be assembled/disassembled by prospect students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#121 </a:t>
            </a:r>
            <a:r>
              <a:rPr lang="en" sz="1400"/>
              <a:t>As a user, I want to be able to program the robot using code blocks on a web app so I can easily program it myself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#168 </a:t>
            </a:r>
            <a:r>
              <a:rPr lang="en" sz="1400"/>
              <a:t>As a user, I want to connect to a specific robot so I can communicate with the robot via the webapp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#47 </a:t>
            </a:r>
            <a:r>
              <a:rPr lang="en" sz="1400"/>
              <a:t>As a user,  I want to be able to move the robot with direction buttons on the webapp, so I can move the robot without programming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572475" y="456275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Face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572475" y="1306325"/>
            <a:ext cx="8479200" cy="24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a user, I want the robot to have a face so it fits the smart home theme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Progress: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 robot kan emoties tonen op het scherm</a:t>
            </a:r>
            <a:b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Emoties zijn voorgeprogrammeerde bitmaps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To-do: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Code block voor het gezicht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572475" y="46705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Assembly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572475" y="1306325"/>
            <a:ext cx="8479200" cy="3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 a user, I want the robot to be easy to assemble, so it can be assembled/disassembled by prospect students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Progress: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Extra ruimte voor extra onderdelen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Alles past goed in elkaar (geen aanpassingen tijdens productieproces nodig)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Hoofd mount gemaakt voor OLED display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Protoboards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To-do: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Kabels moeten nog ingekort worden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214850" y="224600"/>
            <a:ext cx="6366900" cy="112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Assembly: Battery powered</a:t>
            </a:r>
            <a:endParaRPr/>
          </a:p>
        </p:txBody>
      </p:sp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0"/>
          <p:cNvSpPr txBox="1"/>
          <p:nvPr/>
        </p:nvSpPr>
        <p:spPr>
          <a:xfrm>
            <a:off x="915025" y="1334500"/>
            <a:ext cx="2221500" cy="27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Progress: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Power Regulator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geinstalleerd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Aparte toevoer van voeding naar servo’s en microcontroller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Stroom wordt gegeven door een 9v batterij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do: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Dip-switch om aan en uit te zetten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3801" y="1334500"/>
            <a:ext cx="1540925" cy="170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227" y="3359430"/>
            <a:ext cx="1189525" cy="129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8825" y="1887775"/>
            <a:ext cx="1767701" cy="1833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572475" y="47780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Code blocks</a:t>
            </a:r>
            <a:endParaRPr/>
          </a:p>
        </p:txBody>
      </p:sp>
      <p:sp>
        <p:nvSpPr>
          <p:cNvPr id="223" name="Google Shape;223;p31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572475" y="1306325"/>
            <a:ext cx="8479200" cy="3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a user, I want to be able to program the robot using code blocks on a web app so I can easily program it myself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Progress: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Blockly forward en emotes zijn werkent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do: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Extra waardes sturen naar de robot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572475" y="48855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Communication</a:t>
            </a:r>
            <a:endParaRPr/>
          </a:p>
        </p:txBody>
      </p:sp>
      <p:sp>
        <p:nvSpPr>
          <p:cNvPr id="231" name="Google Shape;231;p32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572475" y="1155675"/>
            <a:ext cx="84792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 a user, I want to be able to move the robot with direction buttons on the web app, so I can move the robot without programming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To-Do: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Prive sessies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Beveiliging van communicatie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572475" y="48855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</a:t>
            </a:r>
            <a:r>
              <a:rPr lang="en"/>
              <a:t>Direct movement</a:t>
            </a:r>
            <a:endParaRPr/>
          </a:p>
        </p:txBody>
      </p:sp>
      <p:sp>
        <p:nvSpPr>
          <p:cNvPr id="239" name="Google Shape;239;p33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572475" y="1306325"/>
            <a:ext cx="84792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a user, I want to be able to move the robot with direction buttons on the web app, so I can move the robot without programming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Progress: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Animaties via knoppen werkt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Verplaatsen via knoppen werkt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To-Do: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Gezichtsuitdrukkingen via knoppen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2" name="Google Shape;2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288" y="2166450"/>
            <a:ext cx="2238375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Waar liepen we tegen aan deze sprint? </a:t>
            </a:r>
            <a:endParaRPr sz="2200"/>
          </a:p>
        </p:txBody>
      </p:sp>
      <p:sp>
        <p:nvSpPr>
          <p:cNvPr id="248" name="Google Shape;248;p3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Plastic servo’s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Verlangen</a:t>
            </a:r>
            <a:r>
              <a:rPr lang="en"/>
              <a:t> naar vakantie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Aparte sessies voor elke robot moeilijker dan verwacht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Bezorgtijden voltage regulator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2 telefoons stuk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Laser Cutter</a:t>
            </a:r>
            <a:r>
              <a:rPr lang="en"/>
              <a:t> bezet</a:t>
            </a:r>
            <a:endParaRPr/>
          </a:p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Conclusie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Product is klaar voor de digital expo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Ontwikkeling fysieke product </a:t>
            </a:r>
            <a:r>
              <a:rPr lang="en"/>
              <a:t>tijdsintensief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Webapp front end af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Communicatie nog niet robot specifiek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Flinke sprint</a:t>
            </a:r>
            <a:endParaRPr/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125" y="198850"/>
            <a:ext cx="4403625" cy="232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5" name="Google Shape;265;p36"/>
          <p:cNvPicPr preferRelativeResize="0"/>
          <p:nvPr/>
        </p:nvPicPr>
        <p:blipFill rotWithShape="1">
          <a:blip r:embed="rId4">
            <a:alphaModFix/>
          </a:blip>
          <a:srcRect b="2912" l="0" r="0" t="0"/>
          <a:stretch/>
        </p:blipFill>
        <p:spPr>
          <a:xfrm>
            <a:off x="2326400" y="2524225"/>
            <a:ext cx="4472699" cy="24426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67" name="Google Shape;26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6750" y="198850"/>
            <a:ext cx="2387624" cy="318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43125" y="1249049"/>
            <a:ext cx="1507350" cy="200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6"/>
          <p:cNvPicPr preferRelativeResize="0"/>
          <p:nvPr/>
        </p:nvPicPr>
        <p:blipFill rotWithShape="1">
          <a:blip r:embed="rId7">
            <a:alphaModFix/>
          </a:blip>
          <a:srcRect b="0" l="0" r="0" t="3864"/>
          <a:stretch/>
        </p:blipFill>
        <p:spPr>
          <a:xfrm>
            <a:off x="199550" y="198850"/>
            <a:ext cx="1943574" cy="2491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6"/>
          <p:cNvPicPr preferRelativeResize="0"/>
          <p:nvPr/>
        </p:nvPicPr>
        <p:blipFill rotWithShape="1">
          <a:blip r:embed="rId8">
            <a:alphaModFix/>
          </a:blip>
          <a:srcRect b="-130365" l="30489" r="-7135" t="178591"/>
          <a:stretch/>
        </p:blipFill>
        <p:spPr>
          <a:xfrm>
            <a:off x="5982650" y="4193899"/>
            <a:ext cx="2956773" cy="743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6"/>
          <p:cNvPicPr preferRelativeResize="0"/>
          <p:nvPr/>
        </p:nvPicPr>
        <p:blipFill rotWithShape="1">
          <a:blip r:embed="rId9">
            <a:alphaModFix/>
          </a:blip>
          <a:srcRect b="45377" l="13787" r="41051" t="9461"/>
          <a:stretch/>
        </p:blipFill>
        <p:spPr>
          <a:xfrm>
            <a:off x="5597749" y="2644050"/>
            <a:ext cx="1742100" cy="232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6"/>
          <p:cNvPicPr preferRelativeResize="0"/>
          <p:nvPr/>
        </p:nvPicPr>
        <p:blipFill rotWithShape="1">
          <a:blip r:embed="rId10">
            <a:alphaModFix/>
          </a:blip>
          <a:srcRect b="13354" l="17084" r="18589" t="10767"/>
          <a:stretch/>
        </p:blipFill>
        <p:spPr>
          <a:xfrm>
            <a:off x="7339844" y="2450975"/>
            <a:ext cx="1599583" cy="251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6"/>
          <p:cNvPicPr preferRelativeResize="0"/>
          <p:nvPr/>
        </p:nvPicPr>
        <p:blipFill rotWithShape="1">
          <a:blip r:embed="rId11">
            <a:alphaModFix/>
          </a:blip>
          <a:srcRect b="1487" l="0" r="0" t="0"/>
          <a:stretch/>
        </p:blipFill>
        <p:spPr>
          <a:xfrm>
            <a:off x="199550" y="2608450"/>
            <a:ext cx="2226400" cy="23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6"/>
          <p:cNvSpPr txBox="1"/>
          <p:nvPr>
            <p:ph type="title"/>
          </p:nvPr>
        </p:nvSpPr>
        <p:spPr>
          <a:xfrm>
            <a:off x="819150" y="1659875"/>
            <a:ext cx="7505700" cy="954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Bedankt.</a:t>
            </a:r>
            <a:r>
              <a:rPr lang="en"/>
              <a:t> </a:t>
            </a:r>
            <a:endParaRPr/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64536" y="2276573"/>
            <a:ext cx="2464525" cy="286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Vragen?</a:t>
            </a:r>
            <a:endParaRPr/>
          </a:p>
        </p:txBody>
      </p:sp>
      <p:sp>
        <p:nvSpPr>
          <p:cNvPr id="281" name="Google Shape;281;p3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User blog:MrFlamerBoy/Dancing Question Mark. | Battle for ..." id="282" name="Google Shape;2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775" y="477250"/>
            <a:ext cx="3212000" cy="39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3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