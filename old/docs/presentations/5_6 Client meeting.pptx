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5.xml"/><Relationship Id="rId22" Type="http://schemas.openxmlformats.org/officeDocument/2006/relationships/font" Target="fonts/Nunito-italic.fntdata"/><Relationship Id="rId10" Type="http://schemas.openxmlformats.org/officeDocument/2006/relationships/slide" Target="slides/slide4.xml"/><Relationship Id="rId21" Type="http://schemas.openxmlformats.org/officeDocument/2006/relationships/font" Target="fonts/Nuni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1ee7522e2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e1ee7522e2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e1ee7522e2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e1ee7522e2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1ee75231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1ee75231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Jayden is gay, Timo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1ee752319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e1ee75231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Ilias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e1ee75231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e1ee75231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e1ee75231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e1ee75231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e1ee75231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e1ee75231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Floris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e2e6defcfb_8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e2e6defcfb_8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Gjalt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e1ee75231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e1ee75231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Gjalt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e1ee75231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e1ee75231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1ee752b31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e1ee752b31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e1ee7522e2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e1ee7522e2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Silvester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e1ee7522e2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2e1ee7522e2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Silvester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" name="Google Shape;59;p14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60" name="Google Shape;60;p14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" name="Google Shape;63;p14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64" name="Google Shape;64;p14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68" name="Google Shape;68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72" name="Google Shape;72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76" name="Google Shape;76;p1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14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15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85" name="Google Shape;85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89" name="Google Shape;89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5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20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126" name="Google Shape;126;p20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0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" name="Google Shape;130;p20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131" name="Google Shape;131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20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135" name="Google Shape;135;p20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" name="Google Shape;138;p2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45" name="Google Shape;145;p2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7" name="Google Shape;147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23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57" name="Google Shape;15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2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61" name="Google Shape;16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4" name="Google Shape;164;p23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4.jpg"/><Relationship Id="rId5" Type="http://schemas.openxmlformats.org/officeDocument/2006/relationships/image" Target="../media/image13.jpg"/><Relationship Id="rId6" Type="http://schemas.openxmlformats.org/officeDocument/2006/relationships/image" Target="../media/image9.jpg"/><Relationship Id="rId7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meeting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05/06</a:t>
            </a:r>
            <a:endParaRPr sz="1900"/>
          </a:p>
        </p:txBody>
      </p:sp>
      <p:sp>
        <p:nvSpPr>
          <p:cNvPr id="174" name="Google Shape;174;p25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Team Little Endian 2.0</a:t>
            </a:r>
            <a:br>
              <a:rPr lang="en"/>
            </a:br>
            <a:r>
              <a:rPr lang="en"/>
              <a:t>Jayden van Oorschot, Timo Lambregts, Gjalt van der Meer, Luc Enderman, Floris Boers,</a:t>
            </a:r>
            <a:br>
              <a:rPr lang="en"/>
            </a:br>
            <a:r>
              <a:rPr lang="en"/>
              <a:t>Silvester Rademakers &amp; Ilias Takassa</a:t>
            </a:r>
            <a:endParaRPr/>
          </a:p>
        </p:txBody>
      </p:sp>
      <p:sp>
        <p:nvSpPr>
          <p:cNvPr id="175" name="Google Shape;175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Inhoudsopgave</a:t>
            </a:r>
            <a:endParaRPr/>
          </a:p>
        </p:txBody>
      </p:sp>
      <p:sp>
        <p:nvSpPr>
          <p:cNvPr id="181" name="Google Shape;181;p2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stories die we gedaan hebben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Burndown chart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Epic progress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Requirement updates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AutoNum type="arabicPeriod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Slot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7251" y="719975"/>
            <a:ext cx="2388375" cy="3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story stats</a:t>
            </a:r>
            <a:endParaRPr/>
          </a:p>
        </p:txBody>
      </p:sp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819150" y="15387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30 User stories gesloten deze week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Goeie vooruitgang geboekt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Burndown chart</a:t>
            </a:r>
            <a:endParaRPr/>
          </a:p>
        </p:txBody>
      </p:sp>
      <p:sp>
        <p:nvSpPr>
          <p:cNvPr id="196" name="Google Shape;196;p28"/>
          <p:cNvSpPr txBox="1"/>
          <p:nvPr>
            <p:ph idx="1" type="body"/>
          </p:nvPr>
        </p:nvSpPr>
        <p:spPr>
          <a:xfrm>
            <a:off x="819150" y="1990725"/>
            <a:ext cx="4049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Te veel nieuwe issues aangemaakt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Vaak te lang gewacht met het “sluiten”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20 ‘user stories’ zijn</a:t>
            </a:r>
            <a:br>
              <a:rPr lang="en" sz="1800"/>
            </a:br>
            <a:r>
              <a:rPr lang="en" sz="1800"/>
              <a:t>(sub-) epics</a:t>
            </a:r>
            <a:endParaRPr sz="1800"/>
          </a:p>
        </p:txBody>
      </p:sp>
      <p:pic>
        <p:nvPicPr>
          <p:cNvPr id="197" name="Google Shape;1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8650" y="1368800"/>
            <a:ext cx="3796546" cy="30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Assembly</a:t>
            </a:r>
            <a:endParaRPr/>
          </a:p>
        </p:txBody>
      </p:sp>
      <p:sp>
        <p:nvSpPr>
          <p:cNvPr id="204" name="Google Shape;204;p2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Paar elementen geredesigned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Schroeven toegevoegd zodat alles makkelijk bij elkaar blijft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Batterij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Zijkanten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Protoboard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Design heeft KERF </a:t>
            </a:r>
            <a:r>
              <a:rPr lang="en" sz="1800"/>
              <a:t>geïmplementeerd</a:t>
            </a:r>
            <a:r>
              <a:rPr lang="en" sz="1800"/>
              <a:t> </a:t>
            </a:r>
            <a:endParaRPr sz="1800"/>
          </a:p>
        </p:txBody>
      </p:sp>
      <p:pic>
        <p:nvPicPr>
          <p:cNvPr id="205" name="Google Shape;20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713" y="708525"/>
            <a:ext cx="3495675" cy="12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Web app</a:t>
            </a:r>
            <a:endParaRPr/>
          </a:p>
        </p:txBody>
      </p:sp>
      <p:sp>
        <p:nvSpPr>
          <p:cNvPr id="212" name="Google Shape;212;p3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Werkende communicatie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Nog wel simpele communicatie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Geen prive sessies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Nog niet beveiligd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Mooie </a:t>
            </a:r>
            <a:r>
              <a:rPr lang="en" sz="1800"/>
              <a:t>landingspagina</a:t>
            </a:r>
            <a:endParaRPr sz="1800"/>
          </a:p>
        </p:txBody>
      </p:sp>
      <p:pic>
        <p:nvPicPr>
          <p:cNvPr id="213" name="Google Shape;21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6038" y="732350"/>
            <a:ext cx="31146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Blocks</a:t>
            </a:r>
            <a:endParaRPr/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734150" y="1604950"/>
            <a:ext cx="49014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4448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300"/>
              <a:t>Blockly geimplementeerd</a:t>
            </a:r>
            <a:endParaRPr sz="7300"/>
          </a:p>
          <a:p>
            <a:pPr indent="-34448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300"/>
              <a:t>Animatie blockly aanwezig met alle opties</a:t>
            </a:r>
            <a:endParaRPr sz="7300"/>
          </a:p>
          <a:p>
            <a:pPr indent="-34448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300"/>
              <a:t>Functie “sendCommand” nog worden aangemaakt om te kunnen versturen naar de API</a:t>
            </a:r>
            <a:endParaRPr sz="7300"/>
          </a:p>
          <a:p>
            <a:pPr indent="-34448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7300"/>
              <a:t>Volle functionaliteit</a:t>
            </a:r>
            <a:endParaRPr sz="7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600" y="3443050"/>
            <a:ext cx="333375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3" name="Google Shape;22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3001" y="1185850"/>
            <a:ext cx="3206025" cy="34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Protoboard </a:t>
            </a:r>
            <a:endParaRPr/>
          </a:p>
        </p:txBody>
      </p:sp>
      <p:sp>
        <p:nvSpPr>
          <p:cNvPr id="229" name="Google Shape;229;p32"/>
          <p:cNvSpPr txBox="1"/>
          <p:nvPr>
            <p:ph idx="1" type="body"/>
          </p:nvPr>
        </p:nvSpPr>
        <p:spPr>
          <a:xfrm>
            <a:off x="603775" y="2146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2 extra protoboards voor 2 extra robot’s</a:t>
            </a:r>
            <a:endParaRPr/>
          </a:p>
        </p:txBody>
      </p:sp>
      <p:pic>
        <p:nvPicPr>
          <p:cNvPr id="230" name="Google Shape;23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275" y="2727200"/>
            <a:ext cx="2489324" cy="18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2" name="Google Shape;23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631825" y="575300"/>
            <a:ext cx="1593300" cy="1495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2525" y="575295"/>
            <a:ext cx="2318749" cy="20216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3575" y="2521562"/>
            <a:ext cx="2661550" cy="2278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20095" y="2649888"/>
            <a:ext cx="1516228" cy="2021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Epic: Robot movement</a:t>
            </a:r>
            <a:endParaRPr/>
          </a:p>
        </p:txBody>
      </p:sp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819150" y="21509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Werkende robot movement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Docker </a:t>
            </a:r>
            <a:r>
              <a:rPr lang="en" sz="1800"/>
              <a:t>environment</a:t>
            </a:r>
            <a:r>
              <a:rPr lang="en" sz="1800"/>
              <a:t> aangemaakt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Wanneer website lokaal gehost word kan er een “forward”, “leftward” en “rightward” command verstuurd worden naar een dummy robot</a:t>
            </a:r>
            <a:endParaRPr sz="1800"/>
          </a:p>
        </p:txBody>
      </p:sp>
      <p:pic>
        <p:nvPicPr>
          <p:cNvPr id="242" name="Google Shape;24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8750" y="3749084"/>
            <a:ext cx="2325975" cy="87916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4" name="Google Shape;24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000" y="3744850"/>
            <a:ext cx="2325975" cy="88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4118" y="3744850"/>
            <a:ext cx="2391282" cy="88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 updates</a:t>
            </a:r>
            <a:endParaRPr/>
          </a:p>
        </p:txBody>
      </p:sp>
      <p:sp>
        <p:nvSpPr>
          <p:cNvPr id="251" name="Google Shape;251;p3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Microcontroller moet een V in pin hebben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Het design moet stevig zijn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Boven en onderplaat worden aan elkaar bevestigd met schroeven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Microcontroller en componenten verbonden via protoboard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Code blocks werken d.m.v. Blockly (non-functional)</a:t>
            </a:r>
            <a:endParaRPr sz="1800"/>
          </a:p>
        </p:txBody>
      </p:sp>
      <p:sp>
        <p:nvSpPr>
          <p:cNvPr id="252" name="Google Shape;252;p3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Slecht nieuws…</a:t>
            </a:r>
            <a:endParaRPr/>
          </a:p>
        </p:txBody>
      </p:sp>
      <p:sp>
        <p:nvSpPr>
          <p:cNvPr id="258" name="Google Shape;258;p3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Luc vakantie</a:t>
            </a:r>
            <a:endParaRPr sz="1800"/>
          </a:p>
        </p:txBody>
      </p:sp>
      <p:sp>
        <p:nvSpPr>
          <p:cNvPr id="259" name="Google Shape;259;p3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0" name="Google Shape;26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8400" y="713800"/>
            <a:ext cx="2706450" cy="38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6"/>
          <p:cNvSpPr txBox="1"/>
          <p:nvPr>
            <p:ph type="title"/>
          </p:nvPr>
        </p:nvSpPr>
        <p:spPr>
          <a:xfrm>
            <a:off x="819150" y="4867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Bedankt voor het luisteren</a:t>
            </a:r>
            <a:endParaRPr/>
          </a:p>
        </p:txBody>
      </p:sp>
      <p:pic>
        <p:nvPicPr>
          <p:cNvPr id="266" name="Google Shape;26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1863" y="1130025"/>
            <a:ext cx="6200274" cy="348765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Vragen?</a:t>
            </a:r>
            <a:endParaRPr/>
          </a:p>
        </p:txBody>
      </p:sp>
      <p:sp>
        <p:nvSpPr>
          <p:cNvPr id="273" name="Google Shape;273;p3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User blog:MrFlamerBoy/Dancing Question Mark. | Battle for ..." id="274" name="Google Shape;27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4775" y="477250"/>
            <a:ext cx="3212000" cy="39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