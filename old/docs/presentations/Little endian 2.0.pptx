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dd92b7e7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dd92b7e7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cdd92b7e7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cdd92b7e7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dd92b7e7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cdd92b7e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dd92b7e72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dd92b7e72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dd92b7e72_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dd92b7e72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dd92b7e7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dd92b7e7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dd92b7e7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dd92b7e7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endian 2.0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ideeën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Materialen	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 de auto nog zo sterk mogelijk te houden en relatief goedkoop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Denken wij dat multiplex de beste optie is. (ook beter voor natuur)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Acrylaat 60x60 3mm = 16.00 EU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Multiplex 60x60 4mm = 5.00 EU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675" y="461650"/>
            <a:ext cx="3165124" cy="422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Crawler bot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Avg price: €12,50 -&gt; €7,00 wemos d1 mini, €4,50 const. Servo, battery holder €0,80, etc…</a:t>
            </a:r>
            <a:endParaRPr/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0" y="2406425"/>
            <a:ext cx="4466924" cy="25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0550" y="2406425"/>
            <a:ext cx="4466924" cy="2515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DIY Smart watch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407475" y="1503100"/>
            <a:ext cx="3052800" cy="3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Display would cost around 7 euros on tiny tronics, but one euro on Aliexpress.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Including D1 mini plus screen, the total price would be 14eur/product for the necessary hardware alone</a:t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503" y="1503100"/>
            <a:ext cx="5209697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Crawler 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bot with </a:t>
            </a:r>
            <a:r>
              <a:rPr lang="en"/>
              <a:t>semicircle wheels / wheels with 2 servo’s / 2 dc motors and 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Motor controller.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3">
            <a:alphaModFix/>
          </a:blip>
          <a:srcRect b="17281" l="25191" r="25062" t="16633"/>
          <a:stretch/>
        </p:blipFill>
        <p:spPr>
          <a:xfrm>
            <a:off x="5797100" y="1902425"/>
            <a:ext cx="2852524" cy="21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6672" l="29492" r="25658" t="24036"/>
          <a:stretch/>
        </p:blipFill>
        <p:spPr>
          <a:xfrm>
            <a:off x="6880325" y="1082599"/>
            <a:ext cx="1668227" cy="3436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Avg cost: 16.55 euro plus additional cost for extra sensors/acuators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451625"/>
            <a:ext cx="57340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list and prices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375" y="1602150"/>
            <a:ext cx="4747251" cy="32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