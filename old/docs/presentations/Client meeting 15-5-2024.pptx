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E5D89E-4970-405D-A39A-BDF9098C3F25}">
  <a:tblStyle styleId="{06E5D89E-4970-405D-A39A-BDF9098C3F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c8dfea9e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c8dfea9e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c8dfea9e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c8dfea9e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Luc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c8dfea9e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dc8dfea9e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Luc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c8dfea9e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c8dfea9e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8dfea9e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c8dfea9e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c8efb0a96_6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dc8efb0a96_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c8efb0a96_6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dc8efb0a96_6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c8dfea9e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dc8dfea9e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dc8dfea9e0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dc8dfea9e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c8efb0a96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c8efb0a96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2uMxj3lIgHPNtC6cvZPdJBDasMYWPJmp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Client meeting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/>
              <a:t>Team Little Endian</a:t>
            </a:r>
            <a:br>
              <a:rPr lang="nl"/>
            </a:br>
            <a:r>
              <a:rPr lang="nl"/>
              <a:t>Jayden van Oorschot, Timo Lambregts, Gjalt van der Meer, Luc Enderman, Floris Boers,</a:t>
            </a:r>
            <a:br>
              <a:rPr lang="nl"/>
            </a:br>
            <a:r>
              <a:rPr lang="nl"/>
              <a:t>Silvester Rademakers &amp; Ilias Takassa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Inhoudsopgave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Hoe is deze sprint gegaan?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Wat gaan we volgende sprint doen?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De planning voor volgende sprint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Project update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Sprint 1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33939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Veel moeite gehad met textbook scrum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Learning process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Veel research gedaan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Endian A loopt achter</a:t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025" y="1492750"/>
            <a:ext cx="4718275" cy="33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Sprint 2 - planning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Robot kiezen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Communicatie webserver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gekozen r</a:t>
            </a:r>
            <a:r>
              <a:rPr lang="nl"/>
              <a:t>obot verder ontwikkelen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504" y="845600"/>
            <a:ext cx="4573901" cy="289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Webserver</a:t>
            </a:r>
            <a:endParaRPr/>
          </a:p>
        </p:txBody>
      </p:sp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525" y="2571750"/>
            <a:ext cx="3727150" cy="21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8149" y="1103350"/>
            <a:ext cx="1656701" cy="359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819150" y="14665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buttons kunnen nog niet communiceren met robot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websockets </a:t>
            </a:r>
            <a:r>
              <a:rPr lang="nl"/>
              <a:t>geïmplementeerd</a:t>
            </a:r>
            <a:r>
              <a:rPr lang="nl"/>
              <a:t> in server maar werkt nog niet helemaal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720625" y="845588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Endian A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644000" y="15495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Three wheeler Endian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Progress: slow, but steady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263" y="3202863"/>
            <a:ext cx="368617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3650" y="212636"/>
            <a:ext cx="3529424" cy="22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5274" y="2276595"/>
            <a:ext cx="3686175" cy="993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849" y="2276600"/>
            <a:ext cx="4000150" cy="258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200" y="252600"/>
            <a:ext cx="8077200" cy="472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19"/>
          <p:cNvCxnSpPr/>
          <p:nvPr/>
        </p:nvCxnSpPr>
        <p:spPr>
          <a:xfrm>
            <a:off x="4572000" y="2483025"/>
            <a:ext cx="817800" cy="1463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9"/>
          <p:cNvCxnSpPr/>
          <p:nvPr/>
        </p:nvCxnSpPr>
        <p:spPr>
          <a:xfrm>
            <a:off x="6824275" y="2694425"/>
            <a:ext cx="699600" cy="12483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9"/>
          <p:cNvCxnSpPr/>
          <p:nvPr/>
        </p:nvCxnSpPr>
        <p:spPr>
          <a:xfrm rot="10800000">
            <a:off x="1110400" y="1043925"/>
            <a:ext cx="591900" cy="946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9"/>
          <p:cNvSpPr txBox="1"/>
          <p:nvPr/>
        </p:nvSpPr>
        <p:spPr>
          <a:xfrm>
            <a:off x="228075" y="499300"/>
            <a:ext cx="22059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3D printed wheel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(screw on)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4572000" y="3946425"/>
            <a:ext cx="28731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Easy put on motor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holder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9"/>
          <p:cNvCxnSpPr/>
          <p:nvPr/>
        </p:nvCxnSpPr>
        <p:spPr>
          <a:xfrm>
            <a:off x="3496000" y="2974300"/>
            <a:ext cx="1032900" cy="1032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9"/>
          <p:cNvSpPr txBox="1"/>
          <p:nvPr/>
        </p:nvSpPr>
        <p:spPr>
          <a:xfrm>
            <a:off x="6824275" y="3976875"/>
            <a:ext cx="2205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Cogs for speed and power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951600"/>
            <a:ext cx="7649901" cy="32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Endian B</a:t>
            </a:r>
            <a:endParaRPr/>
          </a:p>
        </p:txBody>
      </p:sp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De robot is hetzelfde als vorige week.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Componenten zijn gemonteerd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Stukje code gemaakt om te proberen te lopen</a:t>
            </a:r>
            <a:endParaRPr/>
          </a:p>
        </p:txBody>
      </p:sp>
      <p:pic>
        <p:nvPicPr>
          <p:cNvPr id="195" name="Google Shape;195;p21" title="20240513_13215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5200" y="2119175"/>
            <a:ext cx="3624800" cy="27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975" y="3426200"/>
            <a:ext cx="2492956" cy="5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975" y="3967000"/>
            <a:ext cx="2492950" cy="57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1975" y="4544775"/>
            <a:ext cx="2492950" cy="519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Endian C</a:t>
            </a:r>
            <a:endParaRPr/>
          </a:p>
        </p:txBody>
      </p:sp>
      <p:sp>
        <p:nvSpPr>
          <p:cNvPr id="204" name="Google Shape;204;p22"/>
          <p:cNvSpPr txBox="1"/>
          <p:nvPr>
            <p:ph idx="1" type="body"/>
          </p:nvPr>
        </p:nvSpPr>
        <p:spPr>
          <a:xfrm>
            <a:off x="819150" y="1990725"/>
            <a:ext cx="5314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Originele</a:t>
            </a:r>
            <a:r>
              <a:rPr lang="nl"/>
              <a:t> Endian werkt weer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Code van de original Endian wordt geleerd zodat we het kunnen sturen d.m.v. commando’s.</a:t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3775" y="1289125"/>
            <a:ext cx="2635826" cy="351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163" y="3750300"/>
            <a:ext cx="2545717" cy="5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5175" y="4291100"/>
            <a:ext cx="4099726" cy="5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 &amp; nadelen per prototype</a:t>
            </a:r>
            <a:endParaRPr/>
          </a:p>
        </p:txBody>
      </p:sp>
      <p:graphicFrame>
        <p:nvGraphicFramePr>
          <p:cNvPr id="213" name="Google Shape;213;p23"/>
          <p:cNvGraphicFramePr/>
          <p:nvPr/>
        </p:nvGraphicFramePr>
        <p:xfrm>
          <a:off x="819150" y="162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{06E5D89E-4970-405D-A39A-BDF9098C3F25}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Endian 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Endian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Endian 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55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Voordelen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/>
                        <a:t>Vereist weinig hardware componenten, waardoor de BOM goedkoop is i.v.m. andere prototypes.</a:t>
                      </a:r>
                      <a:br>
                        <a:rPr lang="nl" sz="1300"/>
                      </a:b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/>
                        <a:t>Meeste progress.</a:t>
                      </a:r>
                      <a:br>
                        <a:rPr lang="nl" sz="1300"/>
                      </a:br>
                      <a:r>
                        <a:rPr lang="nl" sz="1300"/>
                        <a:t>slaat aan op wow factor.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/>
                        <a:t>Voortborduren</a:t>
                      </a:r>
                      <a:r>
                        <a:rPr lang="nl" sz="1300"/>
                        <a:t> op bestaand werk.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Nadelen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/>
                        <a:t>Minste voortgang.</a:t>
                      </a:r>
                      <a:br>
                        <a:rPr lang="nl" sz="1300"/>
                      </a:br>
                      <a:r>
                        <a:rPr lang="nl" sz="1300"/>
                        <a:t>(nog) geen werkend prototype.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/>
                        <a:t>Veel servo’s waardoor we snel aan het budget per prototype zitten.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/>
                        <a:t>Veel bugs om te fixen in originele ontwerp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