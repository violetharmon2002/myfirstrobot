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d7d0c18aa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dd7d0c18a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d7d0c18a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dd7d0c18a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Luc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dd7d0c18a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dd7d0c18a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Luc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dd7ff04617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dd7ff04617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d7d0c18a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d7d0c18a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d7ff04617_6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dd7ff04617_6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d7d0c18a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d7d0c18a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dd7d0c18a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dd7d0c18a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Jayden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d7ff04617_1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d7ff04617_1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Jayden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dd7d0c18aa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dd7d0c18aa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Timo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db7d397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db7d397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Timo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d7d0c18a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d7d0c18a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Gjalt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dd7ff04617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dd7ff04617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Gjalt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-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-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hyperlink" Target="http://drive.google.com/file/d/1JRdWCsyc3I5LjCewF-na86D03dpCGkEw/view" TargetMode="External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Xp_nQQViLG09oln5VGCu646Az379sRYw/view" TargetMode="External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cVsN7I2n8Ozll7Ura2NklKDxWs6j571o/view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91353" y="18477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Little Endian</a:t>
            </a:r>
            <a:br>
              <a:rPr lang="nl"/>
            </a:br>
            <a:r>
              <a:rPr lang="nl"/>
              <a:t>Sprint 1 review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AF7B51"/>
                </a:solidFill>
              </a:rPr>
              <a:t>Floris Boers, Luc Enderman, timo Lamberts, Gjalt van der Meer, </a:t>
            </a:r>
            <a:endParaRPr>
              <a:solidFill>
                <a:srgbClr val="AF7B5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>
                <a:solidFill>
                  <a:srgbClr val="AF7B51"/>
                </a:solidFill>
              </a:rPr>
              <a:t>Jayden van Oorschot, Silvester Rademakers, Ilias Takassa</a:t>
            </a:r>
            <a:endParaRPr>
              <a:solidFill>
                <a:srgbClr val="AF7B51"/>
              </a:solidFill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3509100" y="4169975"/>
            <a:ext cx="21258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17-05-2024</a:t>
            </a:r>
            <a:endParaRPr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Table of content 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Sprint 1 overview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Planning sprint 2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Webserver 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Tribot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Robot dog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Endian classic (O.G)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Prototypes vergelijken</a:t>
            </a:r>
            <a:endParaRPr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-"/>
            </a:pPr>
            <a:r>
              <a:rPr lang="nl">
                <a:solidFill>
                  <a:schemeClr val="lt1"/>
                </a:solidFill>
              </a:rPr>
              <a:t>Conclusie &amp; aanbeveling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8" name="Google Shape;138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/>
          <p:nvPr>
            <p:ph type="title"/>
          </p:nvPr>
        </p:nvSpPr>
        <p:spPr>
          <a:xfrm>
            <a:off x="750450" y="8761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sprint 1 overview</a:t>
            </a:r>
            <a:endParaRPr/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Twee unieke prototypes ontworpen en in elkaar gezet.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Onderzoek over milieuvriendelijkheid, budget, wow-factor, communicatie, lasersnijden en het verbeteren van bestaande ontwerpen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Front-end ontwerp voor de website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Code geschreven voor de prototypesUser stories en GIT verbeterd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Documentatie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Onze user stories herzien en </a:t>
            </a:r>
            <a:r>
              <a:rPr lang="nl"/>
              <a:t>verbeterd</a:t>
            </a:r>
            <a:r>
              <a:rPr lang="nl"/>
              <a:t> zowel als onze GIT</a:t>
            </a:r>
            <a:endParaRPr/>
          </a:p>
        </p:txBody>
      </p:sp>
      <p:sp>
        <p:nvSpPr>
          <p:cNvPr id="145" name="Google Shape;145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planning sprint 2</a:t>
            </a:r>
            <a:endParaRPr/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41475" y="171225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Gekozen robot verder ontwikkelen.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Webserver verder ontwikkelen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C</a:t>
            </a:r>
            <a:r>
              <a:rPr lang="nl"/>
              <a:t>ommunicatie</a:t>
            </a:r>
            <a:r>
              <a:rPr lang="nl"/>
              <a:t> verder </a:t>
            </a:r>
            <a:r>
              <a:rPr lang="nl"/>
              <a:t>ontwikkelen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Design/model verder ontwikkelen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Functionaliteit en </a:t>
            </a:r>
            <a:r>
              <a:rPr lang="nl"/>
              <a:t>uitbreidbaarheid</a:t>
            </a:r>
            <a:r>
              <a:rPr lang="nl"/>
              <a:t> verder ontwikkelen.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Scrum proces volgens </a:t>
            </a:r>
            <a:r>
              <a:rPr lang="nl"/>
              <a:t>clients</a:t>
            </a:r>
            <a:r>
              <a:rPr lang="nl"/>
              <a:t> eisen doorzetten.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User stories als epic met label epic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Eerst user story basis en daarna uitbreiden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Laat de user stories ongeveer halve dag duren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nl"/>
              <a:t>Geen nieuwe stories </a:t>
            </a:r>
            <a:r>
              <a:rPr lang="nl"/>
              <a:t>tijdens</a:t>
            </a:r>
            <a:r>
              <a:rPr lang="nl"/>
              <a:t> sprint</a:t>
            </a:r>
            <a:endParaRPr/>
          </a:p>
        </p:txBody>
      </p:sp>
      <p:sp>
        <p:nvSpPr>
          <p:cNvPr id="152" name="Google Shape;152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9700" y="1424900"/>
            <a:ext cx="4436174" cy="281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</a:t>
            </a:r>
            <a:r>
              <a:rPr lang="nl"/>
              <a:t>ebserver </a:t>
            </a:r>
            <a:endParaRPr/>
          </a:p>
        </p:txBody>
      </p:sp>
      <p:sp>
        <p:nvSpPr>
          <p:cNvPr id="159" name="Google Shape;159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675" y="3907325"/>
            <a:ext cx="5693975" cy="85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title="Screencast_20240516_135058.webm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8675" y="3684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Webserver 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User stories zijn te groot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69" name="Google Shape;16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7925" y="1030250"/>
            <a:ext cx="3727150" cy="212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1499" y="390725"/>
            <a:ext cx="1656701" cy="3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600" y="4207475"/>
            <a:ext cx="6065250" cy="67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725" y="3339100"/>
            <a:ext cx="6065249" cy="86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Tribot</a:t>
            </a:r>
            <a:endParaRPr/>
          </a:p>
        </p:txBody>
      </p:sp>
      <p:sp>
        <p:nvSpPr>
          <p:cNvPr id="178" name="Google Shape;178;p19"/>
          <p:cNvSpPr txBox="1"/>
          <p:nvPr>
            <p:ph idx="1" type="body"/>
          </p:nvPr>
        </p:nvSpPr>
        <p:spPr>
          <a:xfrm>
            <a:off x="248850" y="16679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Stabiele driewieler robot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Erg simpel en makkelijk te maken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Veel ruimte voor uitbreidbaarheid</a:t>
            </a:r>
            <a:endParaRPr/>
          </a:p>
        </p:txBody>
      </p:sp>
      <p:sp>
        <p:nvSpPr>
          <p:cNvPr id="179" name="Google Shape;179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5675" y="951224"/>
            <a:ext cx="5723750" cy="326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869" y="2587825"/>
            <a:ext cx="1907800" cy="19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 txBox="1"/>
          <p:nvPr>
            <p:ph type="title"/>
          </p:nvPr>
        </p:nvSpPr>
        <p:spPr>
          <a:xfrm>
            <a:off x="334925" y="21945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TriBot: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User story voorbeeld</a:t>
            </a:r>
            <a:endParaRPr/>
          </a:p>
        </p:txBody>
      </p:sp>
      <p:sp>
        <p:nvSpPr>
          <p:cNvPr id="187" name="Google Shape;187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150" y="2051575"/>
            <a:ext cx="3828317" cy="27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925" y="369525"/>
            <a:ext cx="432435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73850" y="369513"/>
            <a:ext cx="4324350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425" y="3243450"/>
            <a:ext cx="4754075" cy="5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Robot dog</a:t>
            </a:r>
            <a:endParaRPr/>
          </a:p>
        </p:txBody>
      </p: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Robot hond geïnspireerd door filmpje van WEGSTR CNC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Eigen design dat aan eisen voldoet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4 poten aan servo’s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Werkend prototype</a:t>
            </a:r>
            <a:endParaRPr/>
          </a:p>
        </p:txBody>
      </p:sp>
      <p:sp>
        <p:nvSpPr>
          <p:cNvPr id="198" name="Google Shape;198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99" name="Google Shape;199;p21" title="IMG_570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7603" y="203200"/>
            <a:ext cx="2664598" cy="473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Robot dog: user/learning stories</a:t>
            </a:r>
            <a:endParaRPr/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07" name="Google Shape;20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75" y="1990725"/>
            <a:ext cx="2492956" cy="54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975" y="2988887"/>
            <a:ext cx="2492950" cy="57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975" y="4024025"/>
            <a:ext cx="2492950" cy="519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14625" y="3343300"/>
            <a:ext cx="5994526" cy="60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04463" y="2301350"/>
            <a:ext cx="3814832" cy="5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Endian classic (O.G)</a:t>
            </a:r>
            <a:endParaRPr/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De originele little endian gemaakt door</a:t>
            </a:r>
            <a:br>
              <a:rPr lang="nl"/>
            </a:br>
            <a:r>
              <a:rPr lang="nl"/>
              <a:t>Bas Pijls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Originele bijgeleverde software functioneel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Nagedacht over </a:t>
            </a:r>
            <a:r>
              <a:rPr lang="nl"/>
              <a:t>potentiële</a:t>
            </a:r>
            <a:r>
              <a:rPr lang="nl"/>
              <a:t> verbeteringen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Nog niets toegepast</a:t>
            </a:r>
            <a:endParaRPr/>
          </a:p>
        </p:txBody>
      </p:sp>
      <p:sp>
        <p:nvSpPr>
          <p:cNvPr id="218" name="Google Shape;218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19" name="Google Shape;219;p23" title="IMG_5706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425" y="11750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Endian classic (O.G)</a:t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1099700" y="1483050"/>
            <a:ext cx="1906200" cy="4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/>
              <a:t>User stories</a:t>
            </a:r>
            <a:endParaRPr/>
          </a:p>
        </p:txBody>
      </p:sp>
      <p:sp>
        <p:nvSpPr>
          <p:cNvPr id="226" name="Google Shape;226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27" name="Google Shape;2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25" y="2104174"/>
            <a:ext cx="6643226" cy="119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725" y="3372699"/>
            <a:ext cx="49434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373550" y="1493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Comparing prototypes</a:t>
            </a:r>
            <a:endParaRPr/>
          </a:p>
        </p:txBody>
      </p:sp>
      <p:sp>
        <p:nvSpPr>
          <p:cNvPr id="234" name="Google Shape;234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235" name="Google Shape;2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564" y="711325"/>
            <a:ext cx="6670884" cy="430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Conclusie &amp; aanbeveling</a:t>
            </a:r>
            <a:endParaRPr/>
          </a:p>
        </p:txBody>
      </p:sp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Moeite met scrum maar door sprint heen wel vooruitgang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Ontwikkelen van 3 prototypes tegelijkertijd ging redelijk.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Te veel ingezet op hosting direct opzetten.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Samenwerking verliep goed.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We raden aan om niet verder te gaan met Classic (O.G.)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nl"/>
              <a:t>We raden aan om in sprint twee verder te gaan met één prototype.</a:t>
            </a:r>
            <a:endParaRPr/>
          </a:p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