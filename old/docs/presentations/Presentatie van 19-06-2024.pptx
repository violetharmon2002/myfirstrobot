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Nunito-bold.fntdata"/><Relationship Id="rId10" Type="http://schemas.openxmlformats.org/officeDocument/2006/relationships/slide" Target="slides/slide4.xml"/><Relationship Id="rId21" Type="http://schemas.openxmlformats.org/officeDocument/2006/relationships/font" Target="fonts/Nunito-regular.fntdata"/><Relationship Id="rId13" Type="http://schemas.openxmlformats.org/officeDocument/2006/relationships/slide" Target="slides/slide7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6.xml"/><Relationship Id="rId23" Type="http://schemas.openxmlformats.org/officeDocument/2006/relationships/font" Target="fonts/Nuni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33b91ddd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33b91ddd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3b91ddd5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3b91ddd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53069f0f3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53069f0f3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33cc310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33cc310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33cc3100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33cc3100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Ilias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33cc310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e33cc310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692efb3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e692efb3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692efb3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e692efb3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33b91ddd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e33b91ddd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e33b91ddd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e33b91ddd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10.jpg"/><Relationship Id="rId5" Type="http://schemas.openxmlformats.org/officeDocument/2006/relationships/image" Target="../media/image12.jp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Endian 2.0</a:t>
            </a:r>
            <a:endParaRPr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Floris Boers, Timo Lambregts, Gjalt van der Meer, </a:t>
            </a:r>
            <a:endParaRPr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Jayden van Oorschot, Silvester Rademakers, Ilias Takassa, Luc Enderman (MIA)</a:t>
            </a:r>
            <a:endParaRPr>
              <a:solidFill>
                <a:srgbClr val="AF7B51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509100" y="4169975"/>
            <a:ext cx="2125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19-06</a:t>
            </a: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-2024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Inhoudsopgave: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Epics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- Hoofd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- Code blocks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- Communication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- Movement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Accelerometer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Power supply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en">
                <a:solidFill>
                  <a:schemeClr val="lt1"/>
                </a:solidFill>
              </a:rPr>
              <a:t>Outro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-1383021" y="-581929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Hoofd</a:t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701375" y="1235775"/>
            <a:ext cx="7434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						Sub 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75" y="1662125"/>
            <a:ext cx="2586499" cy="9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5475" y="1662125"/>
            <a:ext cx="2541150" cy="19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66950" y="2763600"/>
            <a:ext cx="29157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Gekozen voor Oled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Lachen, slapen, zielig kijken zijn expressies tot nu.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Verschillende expressies gemaakt met </a:t>
            </a:r>
            <a:r>
              <a:rPr lang="en"/>
              <a:t>bitmaps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1775" y="701125"/>
            <a:ext cx="1196808" cy="1614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7"/>
          <p:cNvCxnSpPr/>
          <p:nvPr/>
        </p:nvCxnSpPr>
        <p:spPr>
          <a:xfrm flipH="1" rot="10800000">
            <a:off x="5580050" y="1753125"/>
            <a:ext cx="879900" cy="4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7"/>
          <p:cNvCxnSpPr/>
          <p:nvPr/>
        </p:nvCxnSpPr>
        <p:spPr>
          <a:xfrm>
            <a:off x="5576625" y="2845050"/>
            <a:ext cx="1020000" cy="6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8" name="Google Shape;198;p27"/>
          <p:cNvPicPr preferRelativeResize="0"/>
          <p:nvPr/>
        </p:nvPicPr>
        <p:blipFill rotWithShape="1">
          <a:blip r:embed="rId6">
            <a:alphaModFix/>
          </a:blip>
          <a:srcRect b="9628" l="0" r="0" t="28608"/>
          <a:stretch/>
        </p:blipFill>
        <p:spPr>
          <a:xfrm>
            <a:off x="6674575" y="2845050"/>
            <a:ext cx="1716143" cy="188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6703900" y="2529725"/>
            <a:ext cx="1657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demo!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6461825" y="433825"/>
            <a:ext cx="11967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design: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572475" y="4670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Code Blocks </a:t>
            </a:r>
            <a:endParaRPr/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47" y="1615850"/>
            <a:ext cx="2118925" cy="8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 txBox="1"/>
          <p:nvPr/>
        </p:nvSpPr>
        <p:spPr>
          <a:xfrm>
            <a:off x="744625" y="1202025"/>
            <a:ext cx="1888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4067450" y="1264250"/>
            <a:ext cx="15867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 done: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450" y="1657200"/>
            <a:ext cx="1852425" cy="67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7445" y="2334425"/>
            <a:ext cx="1852425" cy="13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7450" y="3690225"/>
            <a:ext cx="1852425" cy="64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9875" y="1657200"/>
            <a:ext cx="1888200" cy="678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572475" y="47780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Communication</a:t>
            </a:r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75" y="1539399"/>
            <a:ext cx="2691299" cy="110390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9"/>
          <p:cNvSpPr txBox="1"/>
          <p:nvPr/>
        </p:nvSpPr>
        <p:spPr>
          <a:xfrm>
            <a:off x="3133625" y="2677675"/>
            <a:ext cx="608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3332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800" y="1539400"/>
            <a:ext cx="2302424" cy="11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/>
        </p:nvSpPr>
        <p:spPr>
          <a:xfrm>
            <a:off x="573275" y="1189250"/>
            <a:ext cx="2691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3349800" y="1205025"/>
            <a:ext cx="292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 - 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5988300" y="1193600"/>
            <a:ext cx="315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8300" y="1528748"/>
            <a:ext cx="2492224" cy="28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572475" y="488550"/>
            <a:ext cx="48855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</a:t>
            </a:r>
            <a:r>
              <a:rPr lang="en"/>
              <a:t>Direct movement</a:t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744625" y="1155675"/>
            <a:ext cx="50466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00" y="1531025"/>
            <a:ext cx="2154075" cy="87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575" y="1531030"/>
            <a:ext cx="2154075" cy="184719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795400" y="1240525"/>
            <a:ext cx="2154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3153613" y="1231050"/>
            <a:ext cx="2154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Sub - epic: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9300" y="1531025"/>
            <a:ext cx="2331425" cy="9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8571" y="2641525"/>
            <a:ext cx="2352890" cy="9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300" y="3706488"/>
            <a:ext cx="2331425" cy="998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0"/>
          <p:cNvSpPr txBox="1"/>
          <p:nvPr/>
        </p:nvSpPr>
        <p:spPr>
          <a:xfrm>
            <a:off x="6059363" y="1231050"/>
            <a:ext cx="23313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 stories: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Accelerometer</a:t>
            </a:r>
            <a:endParaRPr/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MPU9250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Accelerometer, gyroscope, temperatuur, magnetometer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We kunnen gegevens lezen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Wordt niet gebruikt bij lopen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Animaties blijven hardcoded</a:t>
            </a:r>
            <a:endParaRPr/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11375"/>
            <a:ext cx="3818725" cy="149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581575" y="2422950"/>
            <a:ext cx="1743275" cy="174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supply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Voltage divider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Voltage regulator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Stroom circuit op protoboard integreren</a:t>
            </a:r>
            <a:endParaRPr/>
          </a:p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750"/>
            <a:ext cx="8787026" cy="47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7" name="Google Shape;267;p33"/>
          <p:cNvPicPr preferRelativeResize="0"/>
          <p:nvPr/>
        </p:nvPicPr>
        <p:blipFill rotWithShape="1">
          <a:blip r:embed="rId4">
            <a:alphaModFix/>
          </a:blip>
          <a:srcRect b="-130365" l="30489" r="-7135" t="178591"/>
          <a:stretch/>
        </p:blipFill>
        <p:spPr>
          <a:xfrm>
            <a:off x="5982650" y="4193899"/>
            <a:ext cx="2956773" cy="743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>
            <p:ph type="title"/>
          </p:nvPr>
        </p:nvSpPr>
        <p:spPr>
          <a:xfrm>
            <a:off x="819150" y="1355075"/>
            <a:ext cx="7505700" cy="954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Bedankt voor het luisteren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pic>
        <p:nvPicPr>
          <p:cNvPr id="269" name="Google Shape;269;p33"/>
          <p:cNvPicPr preferRelativeResize="0"/>
          <p:nvPr/>
        </p:nvPicPr>
        <p:blipFill rotWithShape="1">
          <a:blip r:embed="rId5">
            <a:alphaModFix/>
          </a:blip>
          <a:srcRect b="0" l="0" r="0" t="12480"/>
          <a:stretch/>
        </p:blipFill>
        <p:spPr>
          <a:xfrm>
            <a:off x="152400" y="200750"/>
            <a:ext cx="2065300" cy="321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2500" y="1151675"/>
            <a:ext cx="3303124" cy="383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44324" y="200750"/>
            <a:ext cx="2559550" cy="3620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Vragen?</a:t>
            </a:r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blog:MrFlamerBoy/Dancing Question Mark. | Battle for ..." id="278" name="Google Shape;2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75" y="477250"/>
            <a:ext cx="3212000" cy="39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