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5.xml"/><Relationship Id="rId22" Type="http://schemas.openxmlformats.org/officeDocument/2006/relationships/font" Target="fonts/Nunito-italic.fntdata"/><Relationship Id="rId10" Type="http://schemas.openxmlformats.org/officeDocument/2006/relationships/slide" Target="slides/slide4.xml"/><Relationship Id="rId21" Type="http://schemas.openxmlformats.org/officeDocument/2006/relationships/font" Target="fonts/Nuni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33b91ddd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33b91ddd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33b91ddd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33b91ddd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33cc3100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33cc3100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33cc3100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33cc3100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33cc3100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33cc3100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Floris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33cc3100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e33cc3100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ilias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33cc3100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e33cc310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e33cc3100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e33cc3100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e33b91ddd5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e33b91ddd5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e33cc3100e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e33cc3100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33b91ddd5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e33b91ddd5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e33b91ddd5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e33b91ddd5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e33b91ddd5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e33b91ddd5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85" name="Google Shape;85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89" name="Google Shape;8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11" Type="http://schemas.openxmlformats.org/officeDocument/2006/relationships/image" Target="../media/image6.png"/><Relationship Id="rId10" Type="http://schemas.openxmlformats.org/officeDocument/2006/relationships/image" Target="../media/image2.jpg"/><Relationship Id="rId9" Type="http://schemas.openxmlformats.org/officeDocument/2006/relationships/image" Target="../media/image5.png"/><Relationship Id="rId5" Type="http://schemas.openxmlformats.org/officeDocument/2006/relationships/image" Target="../media/image1.jp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ctrTitle"/>
          </p:nvPr>
        </p:nvSpPr>
        <p:spPr>
          <a:xfrm>
            <a:off x="1891353" y="18477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Endian 2.0</a:t>
            </a:r>
            <a:br>
              <a:rPr lang="en"/>
            </a:br>
            <a:r>
              <a:rPr lang="en"/>
              <a:t>Sprint 2 review</a:t>
            </a:r>
            <a:endParaRPr/>
          </a:p>
        </p:txBody>
      </p:sp>
      <p:sp>
        <p:nvSpPr>
          <p:cNvPr id="174" name="Google Shape;174;p25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Floris Boers, Luc Enderman, timo Lamberts, Gjalt van der Meer, </a:t>
            </a:r>
            <a:endParaRPr>
              <a:solidFill>
                <a:srgbClr val="AF7B5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Jayden van Oorschot, Silvester Rademakers, Ilias Takassa</a:t>
            </a:r>
            <a:endParaRPr>
              <a:solidFill>
                <a:srgbClr val="AF7B51"/>
              </a:solidFill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509100" y="4169975"/>
            <a:ext cx="21258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07-06</a:t>
            </a:r>
            <a:r>
              <a:rPr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-2024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Inhoudsopgave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Sprint 2 overview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Aan welke epic hebben we gewerkt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Waar liepen we tegenaan 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Planning sprint 3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Eventueel</a:t>
            </a:r>
            <a:r>
              <a:rPr lang="en">
                <a:solidFill>
                  <a:schemeClr val="lt1"/>
                </a:solidFill>
              </a:rPr>
              <a:t> nieuwe epics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Requirements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Conclusie 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vragen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Sprint 2 overview</a:t>
            </a:r>
            <a:endParaRPr sz="2400"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819150" y="1560325"/>
            <a:ext cx="7505700" cy="30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Epics: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#76 </a:t>
            </a:r>
            <a:r>
              <a:rPr lang="en" sz="1600"/>
              <a:t>As a user, I want the robot to be easy to assemble, so it can easily be assembled by prospect students. (</a:t>
            </a:r>
            <a:r>
              <a:rPr b="1" lang="en" sz="1600"/>
              <a:t>Assembly</a:t>
            </a:r>
            <a:r>
              <a:rPr lang="en" sz="1600"/>
              <a:t>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#121</a:t>
            </a:r>
            <a:r>
              <a:rPr lang="en" sz="1600"/>
              <a:t> As a user, I want to be able to program the robot using code blocks on a web app so I can easily program it myself. (</a:t>
            </a:r>
            <a:r>
              <a:rPr b="1" lang="en" sz="1600"/>
              <a:t>Code blocks</a:t>
            </a:r>
            <a:r>
              <a:rPr lang="en" sz="1600"/>
              <a:t>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#168</a:t>
            </a:r>
            <a:r>
              <a:rPr lang="en" sz="1600"/>
              <a:t> As a user, i want to connect to the robot so that i can </a:t>
            </a:r>
            <a:r>
              <a:rPr lang="en" sz="1600"/>
              <a:t>communicate</a:t>
            </a:r>
            <a:r>
              <a:rPr lang="en" sz="1600"/>
              <a:t> with the robot via the </a:t>
            </a:r>
            <a:r>
              <a:rPr lang="en" sz="1600"/>
              <a:t>web app. (</a:t>
            </a:r>
            <a:r>
              <a:rPr b="1" lang="en" sz="1600"/>
              <a:t>Communication</a:t>
            </a:r>
            <a:r>
              <a:rPr lang="en" sz="1600"/>
              <a:t>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#57</a:t>
            </a:r>
            <a:r>
              <a:rPr lang="en" sz="1600"/>
              <a:t> </a:t>
            </a:r>
            <a:r>
              <a:rPr lang="en" sz="1600"/>
              <a:t>As a user, I want to be able to move the robot with direction buttons on the web app, so I can move the robot without programming. (</a:t>
            </a:r>
            <a:r>
              <a:rPr b="1" lang="en" sz="1600"/>
              <a:t>Buttons</a:t>
            </a:r>
            <a:r>
              <a:rPr lang="en" sz="1600"/>
              <a:t>)</a:t>
            </a:r>
            <a:endParaRPr sz="1800"/>
          </a:p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572475" y="456275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assembly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572475" y="1306325"/>
            <a:ext cx="8479200" cy="24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a user, I want the robot to be easy to assemble, so it can easily be assembled by prospect students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Progress: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 servos makkelijk te installeren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Protoboards gemaakt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Design steving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Loopt goed en ziet er natuurlijk uit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do: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Ruimte voor uitbreiding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Kabels nog niet ingekort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572475" y="46705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code blocks 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572475" y="1306325"/>
            <a:ext cx="8479200" cy="3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As a user, I want to be able to program the robot using code blocks on a web app so I can easily program it myself</a:t>
            </a:r>
            <a:r>
              <a:rPr b="1"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Progress: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Code blocks zijn volledig functioneel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Code blocks wordt vertaald naar auto-generated code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Code can be sent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To-do: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Alle code blocks moeten berichten sturen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5597600" y="2167150"/>
            <a:ext cx="3238800" cy="14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Current code block features: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Move forward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Turn left/right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Animate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572475" y="47780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communication</a:t>
            </a:r>
            <a:endParaRPr/>
          </a:p>
        </p:txBody>
      </p:sp>
      <p:sp>
        <p:nvSpPr>
          <p:cNvPr id="214" name="Google Shape;214;p30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572475" y="1306325"/>
            <a:ext cx="8479200" cy="3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a user, I want to connect to the robot so that i can communicate with the robot via the webapp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Progress: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 robot kan verbinden met de webapp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 front-end kan post requests versturen naar de API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 API kan de post requests verwerken en via websocket versturen naar de robot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do: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Implementeren van sessies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Commands moeten naar één specifieke robot verstuurd worden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572475" y="48855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buttons</a:t>
            </a:r>
            <a:endParaRPr/>
          </a:p>
        </p:txBody>
      </p:sp>
      <p:sp>
        <p:nvSpPr>
          <p:cNvPr id="222" name="Google Shape;222;p31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572475" y="1306325"/>
            <a:ext cx="84792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 a user, I want to be able to move the robot with direction buttons on the web app, so I can move the robot without programming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Progress: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Functionele knoppen voor de front end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Berichten worden gestuurd van de website naar robot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To-Do: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Knoppen voor animaties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Beter uxd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Waar liepen we tegenaan? </a:t>
            </a:r>
            <a:endParaRPr sz="2200"/>
          </a:p>
        </p:txBody>
      </p:sp>
      <p:sp>
        <p:nvSpPr>
          <p:cNvPr id="230" name="Google Shape;230;p3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Sommige user stories duurde langer dan gedacht.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Laten lopen van robot Dog viel tegen.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Minder consistent met stand-ups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Merge conflicts</a:t>
            </a:r>
            <a:endParaRPr/>
          </a:p>
        </p:txBody>
      </p:sp>
      <p:sp>
        <p:nvSpPr>
          <p:cNvPr id="231" name="Google Shape;231;p3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sprint 3</a:t>
            </a:r>
            <a:endParaRPr/>
          </a:p>
        </p:txBody>
      </p:sp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1 week meer dan verwacht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Nieuwe rollen:</a:t>
            </a:r>
            <a:br>
              <a:rPr lang="en"/>
            </a:br>
            <a:r>
              <a:rPr lang="en"/>
              <a:t>Product owner: Timo</a:t>
            </a:r>
            <a:br>
              <a:rPr lang="en"/>
            </a:br>
            <a:r>
              <a:rPr lang="en"/>
              <a:t>Scrum master: Silvester</a:t>
            </a:r>
            <a:br>
              <a:rPr lang="en"/>
            </a:br>
            <a:r>
              <a:rPr lang="en"/>
              <a:t>Git master: Jayden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8475" y="1727000"/>
            <a:ext cx="4120625" cy="276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1125" y="4244375"/>
            <a:ext cx="548700" cy="2992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622500" y="202667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Toevoegen: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Stap voor stap handleiding, om makkelijk in elkaar te kunnen zetten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 robot moet er meer levend uitzien, dmv een gezicht.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248" name="Google Shape;248;p3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4"/>
          <p:cNvSpPr txBox="1"/>
          <p:nvPr/>
        </p:nvSpPr>
        <p:spPr>
          <a:xfrm>
            <a:off x="4375500" y="2026675"/>
            <a:ext cx="43674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Verwijderen: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#4 </a:t>
            </a:r>
            <a:r>
              <a:rPr lang="en" sz="1050"/>
              <a:t>The price per robot must be as low as possible (maximum €20)</a:t>
            </a:r>
            <a:endParaRPr sz="10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/>
              <a:t>#14 The robots are selected on the webapp by scanning the QR codes printed on them</a:t>
            </a:r>
            <a:endParaRPr sz="10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#17 </a:t>
            </a:r>
            <a:r>
              <a:rPr lang="en" sz="1050"/>
              <a:t>The robot can be controlled with a virtual joystick on the webapp</a:t>
            </a:r>
            <a:endParaRPr sz="10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Conclusie</a:t>
            </a:r>
            <a:endParaRPr/>
          </a:p>
        </p:txBody>
      </p:sp>
      <p:sp>
        <p:nvSpPr>
          <p:cNvPr id="256" name="Google Shape;256;p3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Scrum ging goed deze sprint</a:t>
            </a:r>
            <a:br>
              <a:rPr lang="en"/>
            </a:br>
            <a:r>
              <a:rPr lang="en"/>
              <a:t>(soms nog wel lastig in te schatten hoeveel user stories haalbaar zijn)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Goeie voortgang op prototype geboekt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Demo!</a:t>
            </a:r>
            <a:endParaRPr/>
          </a:p>
        </p:txBody>
      </p:sp>
      <p:sp>
        <p:nvSpPr>
          <p:cNvPr id="257" name="Google Shape;257;p3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3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125" y="198850"/>
            <a:ext cx="4403625" cy="232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6" name="Google Shape;266;p36"/>
          <p:cNvPicPr preferRelativeResize="0"/>
          <p:nvPr/>
        </p:nvPicPr>
        <p:blipFill rotWithShape="1">
          <a:blip r:embed="rId4">
            <a:alphaModFix/>
          </a:blip>
          <a:srcRect b="2912" l="0" r="0" t="0"/>
          <a:stretch/>
        </p:blipFill>
        <p:spPr>
          <a:xfrm>
            <a:off x="2326400" y="2524225"/>
            <a:ext cx="4472699" cy="244262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68" name="Google Shape;26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6750" y="198850"/>
            <a:ext cx="2387624" cy="318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43125" y="1249049"/>
            <a:ext cx="1507350" cy="200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6"/>
          <p:cNvPicPr preferRelativeResize="0"/>
          <p:nvPr/>
        </p:nvPicPr>
        <p:blipFill rotWithShape="1">
          <a:blip r:embed="rId7">
            <a:alphaModFix/>
          </a:blip>
          <a:srcRect b="0" l="0" r="0" t="3864"/>
          <a:stretch/>
        </p:blipFill>
        <p:spPr>
          <a:xfrm>
            <a:off x="199550" y="198850"/>
            <a:ext cx="1943574" cy="2491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6"/>
          <p:cNvPicPr preferRelativeResize="0"/>
          <p:nvPr/>
        </p:nvPicPr>
        <p:blipFill rotWithShape="1">
          <a:blip r:embed="rId8">
            <a:alphaModFix/>
          </a:blip>
          <a:srcRect b="-130365" l="30489" r="-7135" t="178591"/>
          <a:stretch/>
        </p:blipFill>
        <p:spPr>
          <a:xfrm>
            <a:off x="5982650" y="4193899"/>
            <a:ext cx="2956773" cy="743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6"/>
          <p:cNvPicPr preferRelativeResize="0"/>
          <p:nvPr/>
        </p:nvPicPr>
        <p:blipFill rotWithShape="1">
          <a:blip r:embed="rId9">
            <a:alphaModFix/>
          </a:blip>
          <a:srcRect b="45377" l="13787" r="41051" t="9461"/>
          <a:stretch/>
        </p:blipFill>
        <p:spPr>
          <a:xfrm>
            <a:off x="5597749" y="2644050"/>
            <a:ext cx="1742100" cy="232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6"/>
          <p:cNvPicPr preferRelativeResize="0"/>
          <p:nvPr/>
        </p:nvPicPr>
        <p:blipFill rotWithShape="1">
          <a:blip r:embed="rId10">
            <a:alphaModFix/>
          </a:blip>
          <a:srcRect b="13354" l="17084" r="18589" t="10767"/>
          <a:stretch/>
        </p:blipFill>
        <p:spPr>
          <a:xfrm>
            <a:off x="7339844" y="2450975"/>
            <a:ext cx="1599583" cy="251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6"/>
          <p:cNvPicPr preferRelativeResize="0"/>
          <p:nvPr/>
        </p:nvPicPr>
        <p:blipFill rotWithShape="1">
          <a:blip r:embed="rId11">
            <a:alphaModFix/>
          </a:blip>
          <a:srcRect b="1487" l="0" r="0" t="0"/>
          <a:stretch/>
        </p:blipFill>
        <p:spPr>
          <a:xfrm>
            <a:off x="199550" y="2608450"/>
            <a:ext cx="2226400" cy="23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6"/>
          <p:cNvSpPr txBox="1"/>
          <p:nvPr>
            <p:ph type="title"/>
          </p:nvPr>
        </p:nvSpPr>
        <p:spPr>
          <a:xfrm>
            <a:off x="819150" y="1659875"/>
            <a:ext cx="7505700" cy="954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Bedankt voor het luisteren</a:t>
            </a:r>
            <a:br>
              <a:rPr lang="en"/>
            </a:b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Vragen?</a:t>
            </a:r>
            <a:endParaRPr/>
          </a:p>
        </p:txBody>
      </p:sp>
      <p:sp>
        <p:nvSpPr>
          <p:cNvPr id="281" name="Google Shape;281;p3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User blog:MrFlamerBoy/Dancing Question Mark. | Battle for ..." id="282" name="Google Shape;2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775" y="477250"/>
            <a:ext cx="3212000" cy="39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3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