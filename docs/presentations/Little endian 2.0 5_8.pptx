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6.xml"/><Relationship Id="rId22" Type="http://schemas.openxmlformats.org/officeDocument/2006/relationships/font" Target="fonts/Nunito-italic.fntdata"/><Relationship Id="rId10" Type="http://schemas.openxmlformats.org/officeDocument/2006/relationships/slide" Target="slides/slide5.xml"/><Relationship Id="rId21" Type="http://schemas.openxmlformats.org/officeDocument/2006/relationships/font" Target="fonts/Nuni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a7eb09b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a7eb09b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a7eb09baf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a7eb09baf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a7eb09ba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da7eb09ba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a7eb09baf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a7eb09baf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a7eb09ba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a7eb09ba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a7eb09b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da7eb09b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dd92b7e7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cdd92b7e7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dd92b7e7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cdd92b7e7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dd92b7e7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cdd92b7e7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dd92b7e72_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cdd92b7e72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cdd92b7e72_7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cdd92b7e72_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dd92b7e72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dd92b7e72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cdd92b7e7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cdd92b7e7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endian 2.0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Endian A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Prototype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Research om de motor te verbeteren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Endian B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Blueprint gemaakt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Eerste prototype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Poten nog in development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Endian C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Webpage 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Communicatie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Server opzetten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research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Onderzoek over materialen kosten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Onderzoek over een balans tussen budget en eco vriendelijkheid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Wow factor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Materialen	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 de auto nog zo sterk mogelijk te houden en relatief goedkoop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Denken wij dat multiplex de beste optie is. (ook beter voor natuur)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Acrylaat 60x60 3mm = 16.00 EU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Multiplex 60x60 4mm = 5.00 EU</a:t>
            </a:r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1675" y="461650"/>
            <a:ext cx="3165124" cy="422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Crawler bot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Avg price: €12,50 -&gt; €7,00 wemos d1 mini, €4,50 const. Servo, battery holder €0,80, etc…</a:t>
            </a:r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50" y="2406425"/>
            <a:ext cx="4466924" cy="251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0550" y="2406425"/>
            <a:ext cx="4466924" cy="2515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DIY Smart watch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407475" y="1503100"/>
            <a:ext cx="3052800" cy="3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Display would cost around 7 euros on tiny tronics, but one euro on Aliexpress.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Including D1 mini plus screen, the total price would be 14eur/product for the necessary hardware alone</a:t>
            </a:r>
            <a:endParaRPr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2503" y="1503100"/>
            <a:ext cx="5209697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Crawler </a:t>
            </a:r>
            <a:endParaRPr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bot with </a:t>
            </a:r>
            <a:r>
              <a:rPr lang="en"/>
              <a:t>semicircle wheels / wheels with 2 servo’s / 2 dc motors and 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Motor controller.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/>
          </a:blip>
          <a:srcRect b="17281" l="25191" r="25062" t="16633"/>
          <a:stretch/>
        </p:blipFill>
        <p:spPr>
          <a:xfrm>
            <a:off x="5797100" y="1902425"/>
            <a:ext cx="2852524" cy="21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3">
            <a:alphaModFix/>
          </a:blip>
          <a:srcRect b="6672" l="29492" r="25658" t="24036"/>
          <a:stretch/>
        </p:blipFill>
        <p:spPr>
          <a:xfrm>
            <a:off x="6880325" y="1082599"/>
            <a:ext cx="1668227" cy="3436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Avg cost: 16.55 euro plus additional cost for extra sensors/acuators</a:t>
            </a:r>
            <a:endParaRPr/>
          </a:p>
        </p:txBody>
      </p:sp>
      <p:pic>
        <p:nvPicPr>
          <p:cNvPr id="208" name="Google Shape;2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2451625"/>
            <a:ext cx="57340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Parts list and prices</a:t>
            </a:r>
            <a:endParaRPr/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375" y="1602150"/>
            <a:ext cx="4747251" cy="32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